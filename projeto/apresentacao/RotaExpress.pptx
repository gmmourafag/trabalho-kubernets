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fed755a2ae34b80" /><Relationship Type="http://schemas.openxmlformats.org/officeDocument/2006/relationships/extended-properties" Target="/docProps/app.xml" Id="Rb8a28e99b9e94754" /><Relationship Type="http://schemas.openxmlformats.org/officeDocument/2006/relationships/officeDocument" Target="/ppt/presentation.xml" Id="R7918e5f943324cce" /></Relationships>
</file>

<file path=ppt/presentation.xml><?xml version="1.0" encoding="utf-8"?>
<p:presentation xmlns:p="http://schemas.openxmlformats.org/presentationml/2006/main">
  <p:sldMasterIdLst>
    <p:sldMasterId xmlns:r="http://schemas.openxmlformats.org/officeDocument/2006/relationships" id="2147483648" r:id="R8aa96b20f4d14d65"/>
  </p:sldMasterIdLst>
  <p:notesMasterIdLst>
    <p:notesMasterId xmlns:r="http://schemas.openxmlformats.org/officeDocument/2006/relationships" r:id="R681838c3549847a7"/>
  </p:notesMasterIdLst>
  <p:sldIdLst>
    <p:sldId xmlns:r="http://schemas.openxmlformats.org/officeDocument/2006/relationships" id="256" r:id="R950ee1b980cf40be"/>
    <p:sldId xmlns:r="http://schemas.openxmlformats.org/officeDocument/2006/relationships" id="257" r:id="Rc497786c20a0444e"/>
    <p:sldId xmlns:r="http://schemas.openxmlformats.org/officeDocument/2006/relationships" id="258" r:id="Rb132adac2bb54bad"/>
    <p:sldId xmlns:r="http://schemas.openxmlformats.org/officeDocument/2006/relationships" id="259" r:id="Rca584ee0ab014749"/>
    <p:sldId xmlns:r="http://schemas.openxmlformats.org/officeDocument/2006/relationships" id="260" r:id="Rf668fa480a0e4631"/>
    <p:sldId xmlns:r="http://schemas.openxmlformats.org/officeDocument/2006/relationships" id="261" r:id="R747b34072cc045e3"/>
    <p:sldId xmlns:r="http://schemas.openxmlformats.org/officeDocument/2006/relationships" id="262" r:id="Rdcd2988e16124dc6"/>
    <p:sldId xmlns:r="http://schemas.openxmlformats.org/officeDocument/2006/relationships" id="263" r:id="R697f61f36fd2487f"/>
    <p:sldId xmlns:r="http://schemas.openxmlformats.org/officeDocument/2006/relationships" id="264" r:id="R0bc3c5ceb8004a71"/>
    <p:sldId xmlns:r="http://schemas.openxmlformats.org/officeDocument/2006/relationships" id="265" r:id="R033f93eb789445ca"/>
    <p:sldId xmlns:r="http://schemas.openxmlformats.org/officeDocument/2006/relationships" id="266" r:id="R703657efd53a465e"/>
    <p:sldId xmlns:r="http://schemas.openxmlformats.org/officeDocument/2006/relationships" id="267" r:id="Rb202ce621af148b6"/>
    <p:sldId xmlns:r="http://schemas.openxmlformats.org/officeDocument/2006/relationships" id="268" r:id="R3c20a86d03954024"/>
    <p:sldId xmlns:r="http://schemas.openxmlformats.org/officeDocument/2006/relationships" id="269" r:id="Ra30f31213d0e42d0"/>
    <p:sldId xmlns:r="http://schemas.openxmlformats.org/officeDocument/2006/relationships" id="270" r:id="Rc7a45b4254814a0b"/>
    <p:sldId xmlns:r="http://schemas.openxmlformats.org/officeDocument/2006/relationships" id="271" r:id="Rd8207a44645f43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817d8dda62449c" /><Relationship Type="http://schemas.openxmlformats.org/officeDocument/2006/relationships/slideMaster" Target="/ppt/slideMasters/slideMaster1.xml" Id="R8aa96b20f4d14d65" /><Relationship Type="http://schemas.openxmlformats.org/officeDocument/2006/relationships/notesMaster" Target="/ppt/notesMasters/notesMaster1.xml" Id="R681838c3549847a7" /><Relationship Type="http://schemas.openxmlformats.org/officeDocument/2006/relationships/presProps" Target="/ppt/presProps.xml" Id="R541765472e8b4fe2" /><Relationship Type="http://schemas.openxmlformats.org/officeDocument/2006/relationships/tableStyles" Target="/ppt/tableStyles.xml" Id="R9e064dc402374fd0" /><Relationship Type="http://schemas.openxmlformats.org/officeDocument/2006/relationships/slide" Target="/ppt/slides/slide1.xml" Id="R950ee1b980cf40be" /><Relationship Type="http://schemas.openxmlformats.org/officeDocument/2006/relationships/slide" Target="/ppt/slides/slide2.xml" Id="Rc497786c20a0444e" /><Relationship Type="http://schemas.openxmlformats.org/officeDocument/2006/relationships/slide" Target="/ppt/slides/slide3.xml" Id="Rb132adac2bb54bad" /><Relationship Type="http://schemas.openxmlformats.org/officeDocument/2006/relationships/slide" Target="/ppt/slides/slide4.xml" Id="Rca584ee0ab014749" /><Relationship Type="http://schemas.openxmlformats.org/officeDocument/2006/relationships/slide" Target="/ppt/slides/slide5.xml" Id="Rf668fa480a0e4631" /><Relationship Type="http://schemas.openxmlformats.org/officeDocument/2006/relationships/slide" Target="/ppt/slides/slide6.xml" Id="R747b34072cc045e3" /><Relationship Type="http://schemas.openxmlformats.org/officeDocument/2006/relationships/slide" Target="/ppt/slides/slide7.xml" Id="Rdcd2988e16124dc6" /><Relationship Type="http://schemas.openxmlformats.org/officeDocument/2006/relationships/slide" Target="/ppt/slides/slide8.xml" Id="R697f61f36fd2487f" /><Relationship Type="http://schemas.openxmlformats.org/officeDocument/2006/relationships/slide" Target="/ppt/slides/slide9.xml" Id="R0bc3c5ceb8004a71" /><Relationship Type="http://schemas.openxmlformats.org/officeDocument/2006/relationships/slide" Target="/ppt/slides/slide10.xml" Id="R033f93eb789445ca" /><Relationship Type="http://schemas.openxmlformats.org/officeDocument/2006/relationships/slide" Target="/ppt/slides/slide11.xml" Id="R703657efd53a465e" /><Relationship Type="http://schemas.openxmlformats.org/officeDocument/2006/relationships/slide" Target="/ppt/slides/slide12.xml" Id="Rb202ce621af148b6" /><Relationship Type="http://schemas.openxmlformats.org/officeDocument/2006/relationships/slide" Target="/ppt/slides/slide13.xml" Id="R3c20a86d03954024" /><Relationship Type="http://schemas.openxmlformats.org/officeDocument/2006/relationships/slide" Target="/ppt/slides/slide14.xml" Id="Ra30f31213d0e42d0" /><Relationship Type="http://schemas.openxmlformats.org/officeDocument/2006/relationships/slide" Target="/ppt/slides/slide15.xml" Id="Rc7a45b4254814a0b" /><Relationship Type="http://schemas.openxmlformats.org/officeDocument/2006/relationships/slide" Target="/ppt/slides/slide16.xml" Id="Rd8207a44645f43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bdd1c0ac6684f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af57f9aac34a3f" /><Relationship Type="http://schemas.openxmlformats.org/officeDocument/2006/relationships/notesMaster" Target="/ppt/notesMasters/notesMaster1.xml" Id="R77ad380449e849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bad47c613143c8" /><Relationship Type="http://schemas.openxmlformats.org/officeDocument/2006/relationships/notesMaster" Target="/ppt/notesMasters/notesMaster1.xml" Id="R129e37aa9df24c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e4df15d6c44f09" /><Relationship Type="http://schemas.openxmlformats.org/officeDocument/2006/relationships/notesMaster" Target="/ppt/notesMasters/notesMaster1.xml" Id="R2b3e2bb6111a438d"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8d92fce6c44769" /><Relationship Type="http://schemas.openxmlformats.org/officeDocument/2006/relationships/notesMaster" Target="/ppt/notesMasters/notesMaster1.xml" Id="R5aefee71359d4b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da17a732e44736" /><Relationship Type="http://schemas.openxmlformats.org/officeDocument/2006/relationships/notesMaster" Target="/ppt/notesMasters/notesMaster1.xml" Id="R2389686cb4f84e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eb2ebef68945ae" /><Relationship Type="http://schemas.openxmlformats.org/officeDocument/2006/relationships/notesMaster" Target="/ppt/notesMasters/notesMaster1.xml" Id="R03e37e3f65cc41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bfde64b3bf49dd" /><Relationship Type="http://schemas.openxmlformats.org/officeDocument/2006/relationships/notesMaster" Target="/ppt/notesMasters/notesMaster1.xml" Id="R1ed354fb26d9468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ff5e55a79f746cd" /><Relationship Type="http://schemas.openxmlformats.org/officeDocument/2006/relationships/notesMaster" Target="/ppt/notesMasters/notesMaster1.xml" Id="Re607892571e740db"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80ffb2804f418f" /><Relationship Type="http://schemas.openxmlformats.org/officeDocument/2006/relationships/notesMaster" Target="/ppt/notesMasters/notesMaster1.xml" Id="R8a3d641e74b945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ceafd7cef44857" /><Relationship Type="http://schemas.openxmlformats.org/officeDocument/2006/relationships/notesMaster" Target="/ppt/notesMasters/notesMaster1.xml" Id="R8fc907eae3d145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78c1e1c27e549f5" /><Relationship Type="http://schemas.openxmlformats.org/officeDocument/2006/relationships/notesMaster" Target="/ppt/notesMasters/notesMaster1.xml" Id="R6535462d476f4f3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bdd77ed10ff4563" /><Relationship Type="http://schemas.openxmlformats.org/officeDocument/2006/relationships/notesMaster" Target="/ppt/notesMasters/notesMaster1.xml" Id="R68852e420a0d405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f5d4b18a63c4ba2" /><Relationship Type="http://schemas.openxmlformats.org/officeDocument/2006/relationships/notesMaster" Target="/ppt/notesMasters/notesMaster1.xml" Id="R980208340fa042e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a7d4c75b6d4f05" /><Relationship Type="http://schemas.openxmlformats.org/officeDocument/2006/relationships/notesMaster" Target="/ppt/notesMasters/notesMaster1.xml" Id="R30e9c2ab57d54da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0e0c697dfb04deb" /><Relationship Type="http://schemas.openxmlformats.org/officeDocument/2006/relationships/notesMaster" Target="/ppt/notesMasters/notesMaster1.xml" Id="R6bbbccd2f3664ad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c0c95c8af2a4d9e" /><Relationship Type="http://schemas.openxmlformats.org/officeDocument/2006/relationships/notesMaster" Target="/ppt/notesMasters/notesMaster1.xml" Id="Rf86b0d9af76145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Delimitar o problema e o alcance do trabalho.</a:t>
            </a:r>
          </a:p>
          <a:p xmlns:a="http://schemas.openxmlformats.org/drawingml/2006/main">
            <a:r>
              <a:t>Conceitos: Publicação, recuperação e escala de uma aplicação de rotas</a:t>
            </a:r>
          </a:p>
          <a:p xmlns:a="http://schemas.openxmlformats.org/drawingml/2006/main">
            <a:r>
              <a:t>Fala sugerida: Nosso trabalho investiga a operação de uma aplicação pronta. Publicamos o mesmo pacote no Kubernetes, verificamos a recuperação de falhas e comparamos quantas rotas são atendidas com uma, duas e três cópias. Os resultados representam este computador e esta demanda, não uma promessa universal de escalabilidade.</a:t>
            </a:r>
          </a:p>
          <a:p xmlns:a="http://schemas.openxmlformats.org/drawingml/2006/main">
            <a:r>
              <a:t>Elementos visuais: A tipografia destaca o nome do projeto e o subtítulo delimita o tema.</a:t>
            </a:r>
          </a:p>
          <a:p xmlns:a="http://schemas.openxmlformats.org/drawingml/2006/main">
            <a:r>
              <a:t>Tempo: 45 segundos.</a:t>
            </a:r>
          </a:p>
          <a:p xmlns:a="http://schemas.openxmlformats.org/drawingml/2006/main">
            <a:r>
              <a:t>Transição: a seguir, o problema da transportadora.</a:t>
            </a:r>
          </a:p>
          <a:p xmlns:a="http://schemas.openxmlformats.org/drawingml/2006/main">
            <a:r>
              <a:t>Pergunta possível: O que o grupo implementou?</a:t>
            </a:r>
          </a:p>
          <a:p xmlns:a="http://schemas.openxmlformats.org/drawingml/2006/main">
            <a:r>
              <a:t>Resposta: Infraestrutura declarativa, automação, evidências e experimento controlado. A aplicação original foi preservada.</a:t>
            </a:r>
          </a:p>
          <a:p xmlns:a="http://schemas.openxmlformats.org/drawingml/2006/main">
            <a:r>
              <a:t>Fonte: Guia, p.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Relacionar concorrência aos HTTP 503 do protótipo.</a:t>
            </a:r>
          </a:p>
          <a:p xmlns:a="http://schemas.openxmlformats.org/drawingml/2006/main">
            <a:r>
              <a:t>Conceitos: Pedidos simultâneos podem receber HTTP 503. O serviço busca a menor rota entre nove entregas fictícias.</a:t>
            </a:r>
          </a:p>
          <a:p xmlns:a="http://schemas.openxmlformats.org/drawingml/2006/main">
            <a:r>
              <a:t>Fala sugerida: A aplicação procura o menor circuito por força bruta. Com nove entregas, avalia 362.880 ordens. Cada processo tem um semáforo que permite um único cálculo. Se outro pedido chega enquanto está ocupado, ele recebe 503 imediatamente, sem fila. A interface desenha distâncias em linha reta entre pontos fictícios, sem trânsito ou ruas.</a:t>
            </a:r>
          </a:p>
          <a:p xmlns:a="http://schemas.openxmlformats.org/drawingml/2006/main">
            <a:r>
              <a:t>Elementos visuais: A captura real mostra o circuito, a distância e o Pod. O texto ao lado explica por que uma requisição concorrente pode falhar.</a:t>
            </a:r>
          </a:p>
          <a:p xmlns:a="http://schemas.openxmlformats.org/drawingml/2006/main">
            <a:r>
              <a:t>Tempo: 75 segundos.</a:t>
            </a:r>
          </a:p>
          <a:p xmlns:a="http://schemas.openxmlformats.org/drawingml/2006/main">
            <a:r>
              <a:t>Transição: a seguir, objetivos do experimento.</a:t>
            </a:r>
          </a:p>
          <a:p xmlns:a="http://schemas.openxmlformats.org/drawingml/2006/main">
            <a:r>
              <a:t>Pergunta possível: 503 significa que o processo caiu?</a:t>
            </a:r>
          </a:p>
          <a:p xmlns:a="http://schemas.openxmlformats.org/drawingml/2006/main">
            <a:r>
              <a:t>Resposta: Não. Neste código, é uma recusa explícita porque o calculador está ocupado.</a:t>
            </a:r>
          </a:p>
          <a:p xmlns:a="http://schemas.openxmlformats.org/drawingml/2006/main">
            <a:r>
              <a:t>Fonte: Guia, p. 3. app.py original.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Apresentar a pergunta e os controles do experimento.</a:t>
            </a:r>
          </a:p>
          <a:p xmlns:a="http://schemas.openxmlformats.org/drawingml/2006/main">
            <a:r>
              <a:t>Conceitos: Objetivos do experimento</a:t>
            </a:r>
          </a:p>
          <a:p xmlns:a="http://schemas.openxmlformats.org/drawingml/2006/main">
            <a:r>
              <a:t>Fala sugerida: A pergunta central é o efeito do número de Pods sobre throughput, latência, falhas e recursos. Para responder, precisamos primeiro provar que a publicação funciona. Depois, mudamos somente réplicas e mantemos imagem, taxa, duração, recursos por Pod e script. O objetivo final é justificar uma decisão, inclusive reconhecer quando nenhuma configuração atende às metas.</a:t>
            </a:r>
          </a:p>
          <a:p xmlns:a="http://schemas.openxmlformats.org/drawingml/2006/main">
            <a:r>
              <a:t>Elementos visuais: As quatro linhas correspondem às entregas operacionais e experimentais.</a:t>
            </a:r>
          </a:p>
          <a:p xmlns:a="http://schemas.openxmlformats.org/drawingml/2006/main">
            <a:r>
              <a:t>Tempo: 75 segundos.</a:t>
            </a:r>
          </a:p>
          <a:p xmlns:a="http://schemas.openxmlformats.org/drawingml/2006/main">
            <a:r>
              <a:t>Transição: a seguir, tecnologias e responsabilidades.</a:t>
            </a:r>
          </a:p>
          <a:p xmlns:a="http://schemas.openxmlformats.org/drawingml/2006/main">
            <a:r>
              <a:t>Pergunta possível: Por que controlar as variáveis?</a:t>
            </a:r>
          </a:p>
          <a:p xmlns:a="http://schemas.openxmlformats.org/drawingml/2006/main">
            <a:r>
              <a:t>Resposta: Para atribuir diferenças observadas principalmente à quantidade de réplicas, reconhecendo ruído do host.</a:t>
            </a:r>
          </a:p>
          <a:p xmlns:a="http://schemas.openxmlformats.org/drawingml/2006/main">
            <a:r>
              <a:t>Fonte: Guia, pp. 1–3 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Distinguir o papel de cada ferramenta.</a:t>
            </a:r>
          </a:p>
          <a:p xmlns:a="http://schemas.openxmlformats.org/drawingml/2006/main">
            <a:r>
              <a:t>Conceitos: Tecnologias e responsabilidades</a:t>
            </a:r>
          </a:p>
          <a:p xmlns:a="http://schemas.openxmlformats.org/drawingml/2006/main">
            <a:r>
              <a:t>Fala sugerida: Docker empacota a aplicação e hospeda o nó. Minikube cria o cluster e configura o kubeconfig. kubectl envia pedidos à API Kubernetes. A aplicação usa Python 3.12 na imagem, embora o Python local usado para ferramentas seja 3.14. O k6 roda dentro do cluster, com versão fixa, para acessar o Service pelo caminho que distribui conexões.</a:t>
            </a:r>
          </a:p>
          <a:p xmlns:a="http://schemas.openxmlformats.org/drawingml/2006/main">
            <a:r>
              <a:t>Elementos visuais: A tabela associa cada tecnologia a uma responsabilidade específica, sem tratar Docker e Kubernetes como equivalentes.</a:t>
            </a:r>
          </a:p>
          <a:p xmlns:a="http://schemas.openxmlformats.org/drawingml/2006/main">
            <a:r>
              <a:t>Tempo: 75 segundos.</a:t>
            </a:r>
          </a:p>
          <a:p xmlns:a="http://schemas.openxmlformats.org/drawingml/2006/main">
            <a:r>
              <a:t>Transição: a seguir, arquitetura do laboratório.</a:t>
            </a:r>
          </a:p>
          <a:p xmlns:a="http://schemas.openxmlformats.org/drawingml/2006/main">
            <a:r>
              <a:t>Pergunta possível: Por que não instalar k6 no Windows?</a:t>
            </a:r>
          </a:p>
          <a:p xmlns:a="http://schemas.openxmlformats.org/drawingml/2006/main">
            <a:r>
              <a:t>Resposta: O guia exige execução interna e evita medir pelo port-forward, que escolhe um único Pod.</a:t>
            </a:r>
          </a:p>
          <a:p xmlns:a="http://schemas.openxmlformats.org/drawingml/2006/main">
            <a:r>
              <a:t>Fonte: Guia, pp. 4 e 8. Versões reais em documentacao/00.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Explicar o caminho da configuração e do tráfego.</a:t>
            </a:r>
          </a:p>
          <a:p xmlns:a="http://schemas.openxmlformats.org/drawingml/2006/main">
            <a:r>
              <a:t>Conceitos: Arquitetura do laboratório</a:t>
            </a:r>
          </a:p>
          <a:p xmlns:a="http://schemas.openxmlformats.org/drawingml/2006/main">
            <a:r>
              <a:t>Fala sugerida: O Deployment mantém os Pods identificados por app=rotas. O Service oferece o nome estável rotas e porta 8000. EndpointSlices listam os destinos prontos. O Job monta o JavaScript vindo do ConfigMap e envia requisições ao Service. Todos esses objetos ficam no namespace ops-lab. O terminal administra a API e o navegador acessa um túnel separado para demonstração.</a:t>
            </a:r>
          </a:p>
          <a:p xmlns:a="http://schemas.openxmlformats.org/drawingml/2006/main">
            <a:r>
              <a:t>Elementos visuais: As conexões mostram o ConfigMap entregando o script ao Job, o Job enviando tráfego ao Service e o Deployment mantendo os três Pods.</a:t>
            </a:r>
          </a:p>
          <a:p xmlns:a="http://schemas.openxmlformats.org/drawingml/2006/main">
            <a:r>
              <a:t>Tempo: 75 segundos.</a:t>
            </a:r>
          </a:p>
          <a:p xmlns:a="http://schemas.openxmlformats.org/drawingml/2006/main">
            <a:r>
              <a:t>Transição: a seguir, ambiente e cluster.</a:t>
            </a:r>
          </a:p>
          <a:p xmlns:a="http://schemas.openxmlformats.org/drawingml/2006/main">
            <a:r>
              <a:t>Pergunta possível: O Service conhece o Pod menos ocupado?</a:t>
            </a:r>
          </a:p>
          <a:p xmlns:a="http://schemas.openxmlformats.org/drawingml/2006/main">
            <a:r>
              <a:t>Resposta: Não. A distribuição ocorre por conexão e não consulta o semáforo da aplicação.</a:t>
            </a:r>
          </a:p>
          <a:p xmlns:a="http://schemas.openxmlformats.org/drawingml/2006/main">
            <a:r>
              <a:t>Fonte: Guia, p. 2. Aula, pp. 29–32 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Mostrar recursos reais e a diferença entre quota e capacidade anunciada.</a:t>
            </a:r>
          </a:p>
          <a:p xmlns:a="http://schemas.openxmlformats.org/drawingml/2006/main">
            <a:r>
              <a:t>Conceitos: Windows 11, Ryzen 5 7600X, WSL 2 e Docker Desktop. O scheduler anuncia recursos da VM: veja o diagnóstico de capacidade.</a:t>
            </a:r>
          </a:p>
          <a:p xmlns:a="http://schemas.openxmlformats.org/drawingml/2006/main">
            <a:r>
              <a:t>Fala sugerida: O host tem 12 processadores lógicos e cerca de 31 GB de RAM. O comando exigido limita o contêiner do Minikube a três CPUs e três GiB. Nesta versão, o kubelet informa ao scheduler a capacidade maior da VM, portanto quota do contêiner e capacidade anunciada não coincidem. Essa diferença é documentada e afeta a expectativa do exercício de seis réplicas. O nó ficou Ready e metrics-server foi habilitado.</a:t>
            </a:r>
          </a:p>
          <a:p xmlns:a="http://schemas.openxmlformats.org/drawingml/2006/main">
            <a:r>
              <a:t>Elementos visuais: Os números grandes são limites do contêiner do nó, não CPUs exclusivas. A nota esclarece a capacidade anunciada pelo kubelet.</a:t>
            </a:r>
          </a:p>
          <a:p xmlns:a="http://schemas.openxmlformats.org/drawingml/2006/main">
            <a:r>
              <a:t>Tempo: 75 segundos.</a:t>
            </a:r>
          </a:p>
          <a:p xmlns:a="http://schemas.openxmlformats.org/drawingml/2006/main">
            <a:r>
              <a:t>Transição: a seguir, a imagem docker.</a:t>
            </a:r>
          </a:p>
          <a:p xmlns:a="http://schemas.openxmlformats.org/drawingml/2006/main">
            <a:r>
              <a:t>Pergunta possível: 3 CPUs significa três núcleos exclusivos?</a:t>
            </a:r>
          </a:p>
          <a:p xmlns:a="http://schemas.openxmlformats.org/drawingml/2006/main">
            <a:r>
              <a:t>Resposta: Não. É quota do contêiner Docker. O host e a VM continuam compartilhando recursos.</a:t>
            </a:r>
          </a:p>
          <a:p xmlns:a="http://schemas.openxmlformats.org/drawingml/2006/main">
            <a:r>
              <a:t>Fonte: resultados/logs/cluster-*.txt e evidencias/docker-node-hostconfig.json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Explicar como o pacote chega ao nó.</a:t>
            </a:r>
          </a:p>
          <a:p xmlns:a="http://schemas.openxmlformats.org/drawingml/2006/main">
            <a:r>
              <a:t>Conceitos: Build, testes HTTP fora do cluster e image load antes do Deployment</a:t>
            </a:r>
          </a:p>
          <a:p xmlns:a="http://schemas.openxmlformats.org/drawingml/2006/main">
            <a:r>
              <a:t>Fala sugerida: O Dockerfile define a base Python enxuta, copia somente a aplicação e usa usuário sem privilégios. EXPOSE é documentação da porta, não publicação. As variáveis de ambiente fazem logs imediatos e evitam gravação de bytecode. Primeiro construímos rotas:1.0, testamos os endpoints com Docker e encerramos o contêiner. Só então copiamos a imagem para o armazenamento separado do nó do Minikube.</a:t>
            </a:r>
          </a:p>
          <a:p xmlns:a="http://schemas.openxmlformats.org/drawingml/2006/main">
            <a:r>
              <a:t>Elementos visuais: O trecho do Dockerfile é resumido para explicar base, fonte, usuário e processo. O arquivo original contém também WORKDIR e ENV.</a:t>
            </a:r>
          </a:p>
          <a:p xmlns:a="http://schemas.openxmlformats.org/drawingml/2006/main">
            <a:r>
              <a:t>Tempo: 75 segundos.</a:t>
            </a:r>
          </a:p>
          <a:p xmlns:a="http://schemas.openxmlformats.org/drawingml/2006/main">
            <a:r>
              <a:t>Transição: a seguir, deployment, pods e service.</a:t>
            </a:r>
          </a:p>
          <a:p xmlns:a="http://schemas.openxmlformats.org/drawingml/2006/main">
            <a:r>
              <a:t>Pergunta possível: Por que image load?</a:t>
            </a:r>
          </a:p>
          <a:p xmlns:a="http://schemas.openxmlformats.org/drawingml/2006/main">
            <a:r>
              <a:t>Resposta: A imagem do Docker do host não está automaticamente disponível no runtime do nó.</a:t>
            </a:r>
          </a:p>
          <a:p xmlns:a="http://schemas.openxmlformats.org/drawingml/2006/main">
            <a:r>
              <a:t>Fonte: Dockerfile original. Guia, pp. 8–9.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Demonstrar reconciliação e descoberta dos Pods.</a:t>
            </a:r>
          </a:p>
          <a:p xmlns:a="http://schemas.openxmlformats.org/drawingml/2006/main">
            <a:r>
              <a:t>Conceitos: O controlador repõe o Pod excluído. O Service mantém um endereço estável para os destinos prontos.</a:t>
            </a:r>
          </a:p>
          <a:p xmlns:a="http://schemas.openxmlformats.org/drawingml/2006/main">
            <a:r>
              <a:t>Fala sugerida: Aplicamos primeiro o Deployment mínimo de uma réplica. Observamos a hierarquia e excluímos o Pod. O ReplicaSet criou outro com novo UID e endereço. Depois aplicamos a segunda versão com recursos, probes e segurança, gerando uma atualização gradual. O Service usa selector app=rotas, igual às labels do template. Ele resolve a instabilidade dos endereços individuais.</a:t>
            </a:r>
          </a:p>
          <a:p xmlns:a="http://schemas.openxmlformats.org/drawingml/2006/main">
            <a:r>
              <a:t>Elementos visuais: A hierarquia mostra que Deployment mantém ReplicaSet e este mantém Pods. A descrição conecta isso à exclusão e reposição observadas.</a:t>
            </a:r>
          </a:p>
          <a:p xmlns:a="http://schemas.openxmlformats.org/drawingml/2006/main">
            <a:r>
              <a:t>Tempo: 75 segundos.</a:t>
            </a:r>
          </a:p>
          <a:p xmlns:a="http://schemas.openxmlformats.org/drawingml/2006/main">
            <a:r>
              <a:t>Transição: a seguir, recursos e verificações de saúde.</a:t>
            </a:r>
          </a:p>
          <a:p xmlns:a="http://schemas.openxmlformats.org/drawingml/2006/main">
            <a:r>
              <a:t>Pergunta possível: Um Pod criado sozinho seria reposto?</a:t>
            </a:r>
          </a:p>
          <a:p xmlns:a="http://schemas.openxmlformats.org/drawingml/2006/main">
            <a:r>
              <a:t>Resposta: Após exclusão, não. A reposição vem do controlador, aqui o ReplicaSet gerenciado pelo Deployment.</a:t>
            </a:r>
          </a:p>
          <a:p xmlns:a="http://schemas.openxmlformats.org/drawingml/2006/main">
            <a:r>
              <a:t>Fonte: Guia, pp. 10–16. evidencias/pod-antes-recriacao.json e pod-depois-recriacao.json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Justificar limites, probes e segurança do manifesto.</a:t>
            </a:r>
          </a:p>
          <a:p xmlns:a="http://schemas.openxmlformats.org/drawingml/2006/main">
            <a:r>
              <a:t>Conceitos: Recursos e verificações de saúde</a:t>
            </a:r>
          </a:p>
          <a:p xmlns:a="http://schemas.openxmlformats.org/drawingml/2006/main">
            <a:r>
              <a:t>Fala sugerida: Request orienta onde cabe o Pod. Limit restringe execução. CPU acima do teto sofre throttling e memória além do limite pode encerrar o processo. Readiness controla se o Service encaminha novas conexões, enquanto liveness pode reiniciar o contêiner após falhas repetidas. Essas verificações não indicam que o calculador está livre: ele pode responder saúde e recusar cálculo por ocupação. A aplicação aceita a raiz somente leitura porque não grava dados.</a:t>
            </a:r>
          </a:p>
          <a:p xmlns:a="http://schemas.openxmlformats.org/drawingml/2006/main">
            <a:r>
              <a:t>Elementos visuais: As linhas da tabela separam agendamento, teto, prontidão, reinício e restrições de segurança.</a:t>
            </a:r>
          </a:p>
          <a:p xmlns:a="http://schemas.openxmlformats.org/drawingml/2006/main">
            <a:r>
              <a:t>Tempo: 75 segundos.</a:t>
            </a:r>
          </a:p>
          <a:p xmlns:a="http://schemas.openxmlformats.org/drawingml/2006/main">
            <a:r>
              <a:t>Transição: a seguir, falha controlada e rollback.</a:t>
            </a:r>
          </a:p>
          <a:p xmlns:a="http://schemas.openxmlformats.org/drawingml/2006/main">
            <a:r>
              <a:t>Pergunta possível: Qual é a classe QoS?</a:t>
            </a:r>
          </a:p>
          <a:p xmlns:a="http://schemas.openxmlformats.org/drawingml/2006/main">
            <a:r>
              <a:t>Resposta: Burstable, pois request e limit de memória diferem.</a:t>
            </a:r>
          </a:p>
          <a:p xmlns:a="http://schemas.openxmlformats.org/drawingml/2006/main">
            <a:r>
              <a:t>Fonte: Guia, pp. 12–13 e 30. k8s/deployment.yaml.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Explicar a proteção da disponibilidade e a reversão.</a:t>
            </a:r>
          </a:p>
          <a:p xmlns:a="http://schemas.openxmlformats.org/drawingml/2006/main">
            <a:r>
              <a:t>Conceitos: O Pod antigo continua atendendo enquanto o novo não fica pronto</a:t>
            </a:r>
          </a:p>
          <a:p xmlns:a="http://schemas.openxmlformats.org/drawingml/2006/main">
            <a:r>
              <a:t>Fala sugerida: Alteramos a imagem para uma tag indisponível. O rollout expirou e os eventos mostraram falha de pull. Com uma réplica, a estratégia padrão arredonda maxUnavailable para zero e permite um Pod extra. Assim, o Pod anterior permaneceu pronto e respondeu ao teste interno. O rollout undo restaurou o template funcional. A comprovação inclui eventos, status e HTTP, não apenas o comando de undo.</a:t>
            </a:r>
          </a:p>
          <a:p xmlns:a="http://schemas.openxmlformats.org/drawingml/2006/main">
            <a:r>
              <a:t>Elementos visuais: As três etapas mostram a tag ausente, o rollout incompleto e o retorno à versão 1.0. O Pod antigo protege o serviço.</a:t>
            </a:r>
          </a:p>
          <a:p xmlns:a="http://schemas.openxmlformats.org/drawingml/2006/main">
            <a:r>
              <a:t>Tempo: 75 segundos.</a:t>
            </a:r>
          </a:p>
          <a:p xmlns:a="http://schemas.openxmlformats.org/drawingml/2006/main">
            <a:r>
              <a:t>Transição: a seguir, metodologia de carga.</a:t>
            </a:r>
          </a:p>
          <a:p xmlns:a="http://schemas.openxmlformats.org/drawingml/2006/main">
            <a:r>
              <a:t>Pergunta possível: O rollback desfaz banco de dados?</a:t>
            </a:r>
          </a:p>
          <a:p xmlns:a="http://schemas.openxmlformats.org/drawingml/2006/main">
            <a:r>
              <a:t>Resposta: Não. Ele restaura o template do Deployment e não reverte migrações ou estado externo.</a:t>
            </a:r>
          </a:p>
          <a:p xmlns:a="http://schemas.openxmlformats.org/drawingml/2006/main">
            <a:r>
              <a:t>Fonte: Guia, pp. 17–18. resultados/logs/rollback-*.txt.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Explicar o período medido e os thresholds.</a:t>
            </a:r>
          </a:p>
          <a:p xmlns:a="http://schemas.openxmlformats.org/drawingml/2006/main">
            <a:r>
              <a:t>Conceitos: Metodologia de carga</a:t>
            </a:r>
          </a:p>
          <a:p xmlns:a="http://schemas.openxmlformats.org/drawingml/2006/main">
            <a:r>
              <a:t>Fala sugerida: Executamos k6 como Job e acessamos http://rotas:8000. A taxa fixada na calibração é 6 pedidos por segundo. O aquecimento ocupa os primeiros dez segundos. A medição começa aos vinte e dura sessenta. O executor de chegadas constantes tenta manter a demanda independentemente da resposta. A cada requisição, abre conexão nova. p95 é só de sucessos e as metas são p95 abaixo de 800 ms, falhas abaixo de um por cento e nenhum descarte da medição.</a:t>
            </a:r>
          </a:p>
          <a:p xmlns:a="http://schemas.openxmlformats.org/drawingml/2006/main">
            <a:r>
              <a:t>Elementos visuais: A tabela temporal separa aquecimento, intervalo e janela medida. A linha inferior fixa demanda e metas.</a:t>
            </a:r>
          </a:p>
          <a:p xmlns:a="http://schemas.openxmlformats.org/drawingml/2006/main">
            <a:r>
              <a:t>Tempo: 75 segundos.</a:t>
            </a:r>
          </a:p>
          <a:p xmlns:a="http://schemas.openxmlformats.org/drawingml/2006/main">
            <a:r>
              <a:t>Transição: a seguir, comparação de 1, 2 e 3 pods.</a:t>
            </a:r>
          </a:p>
          <a:p xmlns:a="http://schemas.openxmlformats.org/drawingml/2006/main">
            <a:r>
              <a:t>Pergunta possível: Job Failed invalida a medição?</a:t>
            </a:r>
          </a:p>
          <a:p xmlns:a="http://schemas.openxmlformats.org/drawingml/2006/main">
            <a:r>
              <a:t>Resposta: Saída 99 com resumo completo indica thresholds não cumpridos e é resultado. Sem resumo é falha de execução.</a:t>
            </a:r>
          </a:p>
          <a:p xmlns:a="http://schemas.openxmlformats.org/drawingml/2006/main">
            <a:r>
              <a:t>Fonte: Guia, pp. 19–23. carga.js e resultados/calibracao.json.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Mostrar repetição e ordem alternada das configurações.</a:t>
            </a:r>
          </a:p>
          <a:p xmlns:a="http://schemas.openxmlformats.org/drawingml/2006/main">
            <a:r>
              <a:t>Conceitos: 9/9 medições completas. Mesma imagem, taxa, duração e recursos por Pod.</a:t>
            </a:r>
          </a:p>
          <a:p xmlns:a="http://schemas.openxmlformats.org/drawingml/2006/main">
            <a:r>
              <a:t>Fala sugerida: A ordem alternada reduz a chance de medir sempre a mesma configuração com o computador mais quente ou ocupado. Antes de cada teste, esperamos o Deployment e contamos endpoints prontos. Coletamos contadores antes e depois, logs completos e amostras de CPU e memória a cada quinze segundos. O throughput vem de rotas_ok dividido por sessenta. Os deltas dos Pods incluem o aquecimento e não precisam somar o total medido do k6.</a:t>
            </a:r>
          </a:p>
          <a:p xmlns:a="http://schemas.openxmlformats.org/drawingml/2006/main">
            <a:r>
              <a:t>Elementos visuais: Leia as linhas A, B e C na horizontal. A alternância impede que uma configuração seja sempre a primeira.</a:t>
            </a:r>
          </a:p>
          <a:p xmlns:a="http://schemas.openxmlformats.org/drawingml/2006/main">
            <a:r>
              <a:t>Tempo: 75 segundos.</a:t>
            </a:r>
          </a:p>
          <a:p xmlns:a="http://schemas.openxmlformats.org/drawingml/2006/main">
            <a:r>
              <a:t>Transição: a seguir, resultados das medições.</a:t>
            </a:r>
          </a:p>
          <a:p xmlns:a="http://schemas.openxmlformats.org/drawingml/2006/main">
            <a:r>
              <a:t>Pergunta possível: Por que não usar o /s mostrado pelo k6?</a:t>
            </a:r>
          </a:p>
          <a:p xmlns:a="http://schemas.openxmlformats.org/drawingml/2006/main">
            <a:r>
              <a:t>Resposta: Ele divide pelo tempo total, incluindo períodos fora da janela própria de medição.</a:t>
            </a:r>
          </a:p>
          <a:p xmlns:a="http://schemas.openxmlformats.org/drawingml/2006/main">
            <a:r>
              <a:t>Fonte: Guia, pp. 24–25. resultados/comparativo.csv.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Comparar resultados sem ocultar falhas.</a:t>
            </a:r>
          </a:p>
          <a:p xmlns:a="http://schemas.openxmlformats.org/drawingml/2006/main">
            <a:r>
              <a:t>Conceitos: Mediana de três repetições por configuração. p95 somente dos sucessos.</a:t>
            </a:r>
          </a:p>
          <a:p xmlns:a="http://schemas.openxmlformats.org/drawingml/2006/main">
            <a:r>
              <a:t>Fala sugerida: Os gráficos apresentam apenas valores medidos. Cada coluna corresponde à mediana das três execuções da mesma configuração. Compare throughput e p95 junto com a taxa de falhas. p95 baixo, isoladamente, pode coexistir com muitas recusas. A mediana de três p95 é um resumo das execuções, e não o percentil calculado sobre todas as respostas reunidas.</a:t>
            </a:r>
          </a:p>
          <a:p xmlns:a="http://schemas.openxmlformats.org/drawingml/2006/main">
            <a:r>
              <a:t>Elementos visuais: O gráfico esquerdo mostra throughput em rotas/s. O direito mostra p95 em ms. As falhas medianas aparecem abaixo e precisam ser consideradas junto com as colunas.</a:t>
            </a:r>
          </a:p>
          <a:p xmlns:a="http://schemas.openxmlformats.org/drawingml/2006/main">
            <a:r>
              <a:t>Tempo: 75 segundos.</a:t>
            </a:r>
          </a:p>
          <a:p xmlns:a="http://schemas.openxmlformats.org/drawingml/2006/main">
            <a:r>
              <a:t>Transição: a seguir, diagnóstico e gargalos.</a:t>
            </a:r>
          </a:p>
          <a:p xmlns:a="http://schemas.openxmlformats.org/drawingml/2006/main">
            <a:r>
              <a:t>Pergunta possível: A mediana prova significância estatística?</a:t>
            </a:r>
          </a:p>
          <a:p xmlns:a="http://schemas.openxmlformats.org/drawingml/2006/main">
            <a:r>
              <a:t>Resposta: Não. Com três repetições, a análise é descritiva e restrita ao ambiente.</a:t>
            </a:r>
          </a:p>
          <a:p xmlns:a="http://schemas.openxmlformats.org/drawingml/2006/main">
            <a:r>
              <a:t>Fonte: resultados/comparativo.csv, medianas.csv e logs originais.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Separar observação de hipótese de gargalo.</a:t>
            </a:r>
          </a:p>
          <a:p xmlns:a="http://schemas.openxmlformats.org/drawingml/2006/main">
            <a:r>
              <a:t>Conceitos: Diagnóstico e gargalos</a:t>
            </a:r>
          </a:p>
          <a:p xmlns:a="http://schemas.openxmlformats.org/drawingml/2006/main">
            <a:r>
              <a:t>Fala sugerida: A aplicação pode recusar uma conexão mesmo havendo outra réplica livre, pois o Service não consulta a ocupação. A meia CPU de cada Pod pode aumentar a duração do cálculo por throttling. O gerador também disputa recursos do nó. No exercício de seis réplicas, comparamos o comportamento observado à capacidade anunciada e à quota real. Saturação de CPU é inferida com apoio das amostras, que não são rastreamento contínuo. Fila, algoritmo ou balanceamento informado seriam investigações futuras.</a:t>
            </a:r>
          </a:p>
          <a:p xmlns:a="http://schemas.openxmlformats.org/drawingml/2006/main">
            <a:r>
              <a:t>Elementos visuais: As quatro linhas identificam mecanismos que podem limitar o sistema. Diferencie o que está no código do que foi comprovado por métricas.</a:t>
            </a:r>
          </a:p>
          <a:p xmlns:a="http://schemas.openxmlformats.org/drawingml/2006/main">
            <a:r>
              <a:t>Tempo: 75 segundos.</a:t>
            </a:r>
          </a:p>
          <a:p xmlns:a="http://schemas.openxmlformats.org/drawingml/2006/main">
            <a:r>
              <a:t>Transição: a seguir, conclusão e decisão operacional.</a:t>
            </a:r>
          </a:p>
          <a:p xmlns:a="http://schemas.openxmlformats.org/drawingml/2006/main">
            <a:r>
              <a:t>Pergunta possível: Por que seis Pods podem rodar neste ambiente?</a:t>
            </a:r>
          </a:p>
          <a:p xmlns:a="http://schemas.openxmlformats.org/drawingml/2006/main">
            <a:r>
              <a:t>Resposta: O scheduler usa allocatable anunciado pela VM, maior que a quota Docker de três CPUs. Não se deve inventar Pending.</a:t>
            </a:r>
          </a:p>
          <a:p xmlns:a="http://schemas.openxmlformats.org/drawingml/2006/main">
            <a:r>
              <a:t>Fonte: app.py, amostras de recursos e evidencias/seis-replicas-*.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Justificar a decisão para a demanda medida.</a:t>
            </a:r>
          </a:p>
          <a:p xmlns:a="http://schemas.openxmlformats.org/drawingml/2006/main">
            <a:r>
              <a:t>Conceitos: Custo reservado: 0,5 CPU por Pod. A decisão deve considerar falhas, p95, descartes e limites do nó.</a:t>
            </a:r>
          </a:p>
          <a:p xmlns:a="http://schemas.openxmlformats.org/drawingml/2006/main">
            <a:r>
              <a:t>Fala sugerida: Nenhuma configuração cumpre todas as metas. Escolhemos a menor configuração que cumpra as metas em todas as repetições; se nenhuma cumprir, registramos insuficiência neste cenário e investigamos o desenho da aplicação. Acrescentar réplicas aumenta CPU reservada e paralelismo, mas não garante escala linear. Todas as réplicas estão no mesmo nó, portanto nenhuma comparação demonstra proteção contra a queda do nó.</a:t>
            </a:r>
          </a:p>
          <a:p xmlns:a="http://schemas.openxmlformats.org/drawingml/2006/main">
            <a:r>
              <a:t>Elementos visuais: A frase central expressa atendimento ou não das metas. O texto inferior explicita o custo de 0,5 CPU por Pod.</a:t>
            </a:r>
          </a:p>
          <a:p xmlns:a="http://schemas.openxmlformats.org/drawingml/2006/main">
            <a:r>
              <a:t>Tempo: 75 segundos.</a:t>
            </a:r>
          </a:p>
          <a:p xmlns:a="http://schemas.openxmlformats.org/drawingml/2006/main">
            <a:r>
              <a:t>Transição: a seguir, demonstração do sistema.</a:t>
            </a:r>
          </a:p>
          <a:p xmlns:a="http://schemas.openxmlformats.org/drawingml/2006/main">
            <a:r>
              <a:t>Pergunta possível: A maior taxa de sucesso sempre justifica mais Pods?</a:t>
            </a:r>
          </a:p>
          <a:p xmlns:a="http://schemas.openxmlformats.org/drawingml/2006/main">
            <a:r>
              <a:t>Resposta: É preciso avaliar metas e custo. Melhor throughput com falhas excessivas ainda pode ser inadequado.</a:t>
            </a:r>
          </a:p>
          <a:p xmlns:a="http://schemas.openxmlformats.org/drawingml/2006/main">
            <a:r>
              <a:t>Fonte: documentacao/05-relatorio-experimentos.md e resultados/medianas.csv.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Objetivo: Guiar a demonstração com alternativa de evidências salvas.</a:t>
            </a:r>
          </a:p>
          <a:p xmlns:a="http://schemas.openxmlformats.org/drawingml/2006/main">
            <a:r>
              <a:t>Conceitos: Interface, cálculo, logs, escala e evidências dos testes</a:t>
            </a:r>
          </a:p>
          <a:p xmlns:a="http://schemas.openxmlformats.org/drawingml/2006/main">
            <a:r>
              <a:t>Fala sugerida: Na demonstração, mostramos cluster e namespace, o Deployment, os Pods e o Service. Abrimos a interface, calculamos uma rota e identificamos quem atendeu. Em seguida mostramos logs, alteramos réplicas e conferimos endpoints. Terminamos com a tabela, os gráficos e os logs reais do k6. Se houver falha ao vivo, usamos evidências salvas e explicamos que representam a execução anterior. Depois encerramos o namespace e paramos o perfil conforme o guia.</a:t>
            </a:r>
          </a:p>
          <a:p xmlns:a="http://schemas.openxmlformats.org/drawingml/2006/main">
            <a:r>
              <a:t>Elementos visuais: Os comandos mostram inspeção de objetos e o túnel local. Na demonstração, use também os comandos completos do guia 07.</a:t>
            </a:r>
          </a:p>
          <a:p xmlns:a="http://schemas.openxmlformats.org/drawingml/2006/main">
            <a:r>
              <a:t>Tempo: 75 segundos.</a:t>
            </a:r>
          </a:p>
          <a:p xmlns:a="http://schemas.openxmlformats.org/drawingml/2006/main">
            <a:r>
              <a:t>Transição: a seguir, perguntas do professor.</a:t>
            </a:r>
          </a:p>
          <a:p xmlns:a="http://schemas.openxmlformats.org/drawingml/2006/main">
            <a:r>
              <a:t>Pergunta possível: Como reproduzir?</a:t>
            </a:r>
          </a:p>
          <a:p xmlns:a="http://schemas.openxmlformats.org/drawingml/2006/main">
            <a:r>
              <a:t>Resposta: A sequência de scripts e os comandos estão no documento 02 e no guia de demonstração. Os arquivos originais e evidências permanecem disponíveis.</a:t>
            </a:r>
          </a:p>
          <a:p xmlns:a="http://schemas.openxmlformats.org/drawingml/2006/main">
            <a:r>
              <a:t>Fonte: documentacao/07-guia-demonstracao.md.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35c07ecc2d44d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e24e2f084f48b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ac4f85118c443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d6a35ed01a4492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1d555c34bd468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112c1a243b45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6E39658-99F1-4FE6-A805-7FDCADAC978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B932A3-48B5-43A8-8B56-5EE290DC83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1B35F27-D378-4F64-87F0-1FA659E7CB3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C0D4D7-CE21-40B7-A7C4-0E73BDECEE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FA0AA66-6EF6-4466-99CB-204A98C5C41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3F4E213-8BCE-4FA8-98AB-A6251F21E12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165D6B-432A-4144-8402-81DF025F43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33B848F-5C8A-4B46-8526-060728801D9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8111295-4D8F-49A1-89A9-ECAF70FC45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4B6732A-4717-475D-B68B-645A0A3688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617e9edb5db48f5" /><Relationship Type="http://schemas.openxmlformats.org/officeDocument/2006/relationships/slideLayout" Target="/ppt/slideLayouts/slideLayout1.xml" Id="R4be3fe1e888d4a20" /><Relationship Type="http://schemas.openxmlformats.org/officeDocument/2006/relationships/slideLayout" Target="/ppt/slideLayouts/slideLayout2.xml" Id="R83315847fcac47f6" /><Relationship Type="http://schemas.openxmlformats.org/officeDocument/2006/relationships/slideLayout" Target="/ppt/slideLayouts/slideLayout3.xml" Id="Rab50d787f6534696" /><Relationship Type="http://schemas.openxmlformats.org/officeDocument/2006/relationships/slideLayout" Target="/ppt/slideLayouts/slideLayout4.xml" Id="R5c3f32595b0749da" /><Relationship Type="http://schemas.openxmlformats.org/officeDocument/2006/relationships/slideLayout" Target="/ppt/slideLayouts/slideLayout5.xml" Id="R5a13cbb427d5458e" /><Relationship Type="http://schemas.openxmlformats.org/officeDocument/2006/relationships/slideLayout" Target="/ppt/slideLayouts/slideLayout6.xml" Id="R0b94faa50f8a45c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e3fe1e888d4a20"/>
    <p:sldLayoutId xmlns:r="http://schemas.openxmlformats.org/officeDocument/2006/relationships" id="2147483650" r:id="R83315847fcac47f6"/>
    <p:sldLayoutId xmlns:r="http://schemas.openxmlformats.org/officeDocument/2006/relationships" id="2147483651" r:id="Rab50d787f6534696"/>
    <p:sldLayoutId xmlns:r="http://schemas.openxmlformats.org/officeDocument/2006/relationships" id="2147483652" r:id="R5c3f32595b0749da"/>
    <p:sldLayoutId xmlns:r="http://schemas.openxmlformats.org/officeDocument/2006/relationships" id="2147483653" r:id="R5a13cbb427d5458e"/>
    <p:sldLayoutId xmlns:r="http://schemas.openxmlformats.org/officeDocument/2006/relationships" id="2147483654" r:id="R0b94faa50f8a45c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d082add88b443db" /><Relationship Type="http://schemas.openxmlformats.org/officeDocument/2006/relationships/notesSlide" Target="/ppt/notesSlides/notesSlide1.xml" Id="R998610d4180744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d695709fdec4ed0" /><Relationship Type="http://schemas.openxmlformats.org/officeDocument/2006/relationships/image" Target="/ppt/media/image.jpeg" Id="Rfe764db9d3164853" /><Relationship Type="http://schemas.openxmlformats.org/officeDocument/2006/relationships/notesSlide" Target="/ppt/notesSlides/notesSlide2.xml" Id="R74317886c79f41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377c33c161f4d97" /><Relationship Type="http://schemas.openxmlformats.org/officeDocument/2006/relationships/notesSlide" Target="/ppt/notesSlides/notesSlide3.xml" Id="R4aee5e31e33842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d45ddacf1d0418b" /><Relationship Type="http://schemas.openxmlformats.org/officeDocument/2006/relationships/notesSlide" Target="/ppt/notesSlides/notesSlide4.xml" Id="R5f4e4615e73d49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80229ce1cb54f7a" /><Relationship Type="http://schemas.openxmlformats.org/officeDocument/2006/relationships/notesSlide" Target="/ppt/notesSlides/notesSlide5.xml" Id="R2f69abe6362f4ec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92b7310b21494d" /><Relationship Type="http://schemas.openxmlformats.org/officeDocument/2006/relationships/notesSlide" Target="/ppt/notesSlides/notesSlide6.xml" Id="R363475ea930f41f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39fc0cc7d094a91" /><Relationship Type="http://schemas.openxmlformats.org/officeDocument/2006/relationships/notesSlide" Target="/ppt/notesSlides/notesSlide7.xml" Id="R799d42f4f2284f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03f3c8b0a24d99" /><Relationship Type="http://schemas.openxmlformats.org/officeDocument/2006/relationships/notesSlide" Target="/ppt/notesSlides/notesSlide8.xml" Id="R86599627a82948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f09e2103f604747" /><Relationship Type="http://schemas.openxmlformats.org/officeDocument/2006/relationships/notesSlide" Target="/ppt/notesSlides/notesSlide9.xml" Id="Rea36aa7eb610432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0d31df98c9d46ea" /><Relationship Type="http://schemas.openxmlformats.org/officeDocument/2006/relationships/notesSlide" Target="/ppt/notesSlides/notesSlide10.xml" Id="R22811c3f8dc14d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12ae96e1c584146" /><Relationship Type="http://schemas.openxmlformats.org/officeDocument/2006/relationships/notesSlide" Target="/ppt/notesSlides/notesSlide11.xml" Id="Rc8d9ab1ade7646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9c7290c1bce40be" /><Relationship Type="http://schemas.openxmlformats.org/officeDocument/2006/relationships/notesSlide" Target="/ppt/notesSlides/notesSlide12.xml" Id="R8d11aba7ffdf41d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5b2b67a18634a2d" /><Relationship Type="http://schemas.openxmlformats.org/officeDocument/2006/relationships/chart" Target="/ppt/slides/charts/chart1.xml" Id="R1def3b008d7f43a2" /><Relationship Type="http://schemas.openxmlformats.org/officeDocument/2006/relationships/chart" Target="/ppt/slides/charts/chart2.xml" Id="R8c9d6e8308614e95" /><Relationship Type="http://schemas.openxmlformats.org/officeDocument/2006/relationships/notesSlide" Target="/ppt/notesSlides/notesSlide13.xml" Id="R5963f7dffd714db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1735090372f44b0" /><Relationship Type="http://schemas.openxmlformats.org/officeDocument/2006/relationships/notesSlide" Target="/ppt/notesSlides/notesSlide14.xml" Id="R075d699085134e2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c372d601e17481b" /><Relationship Type="http://schemas.openxmlformats.org/officeDocument/2006/relationships/notesSlide" Target="/ppt/notesSlides/notesSlide15.xml" Id="Rb095b5534f06456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bebd73cd4394aeb" /><Relationship Type="http://schemas.openxmlformats.org/officeDocument/2006/relationships/notesSlide" Target="/ppt/notesSlides/notesSlide16.xml" Id="Rc8aa7b58029b4aa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solidFill>
                  <a:srgbClr val="16283E"/>
                </a:solidFill>
                <a:latin typeface="Arial"/>
                <a:ea typeface="Arial"/>
                <a:cs typeface="Arial"/>
              </a:rPr>
              <a:t>Throughput (rotas/s)</a:t>
            </a:r>
          </a:p>
        </c:rich>
      </c:tx>
      <c:overlay val="0"/>
      <c:txPr>
        <a:bodyPr xmlns:a="http://schemas.openxmlformats.org/drawingml/2006/main" anchorCtr="1"/>
        <a:lstStyle xmlns:a="http://schemas.openxmlformats.org/drawingml/2006/main"/>
        <a:p xmlns:a="http://schemas.openxmlformats.org/drawingml/2006/main">
          <a:pPr>
            <a:defRPr sz="1950">
              <a:solidFill>
                <a:srgbClr val="16283E"/>
              </a:solidFill>
              <a:latin typeface="Arial"/>
              <a:ea typeface="Arial"/>
              <a:cs typeface="Arial"/>
            </a:defRPr>
          </a:pPr>
        </a:p>
      </c:txPr>
    </c:title>
    <c:plotArea>
      <c:barChart>
        <c:barDir val="col"/>
        <c:grouping val="clustered"/>
        <c:varyColors val="0"/>
        <c:ser>
          <c:idx val="0"/>
          <c:order val="0"/>
          <c:tx>
            <c:v>Throughput (rotas/s)</c:v>
          </c:tx>
          <c:spPr>
            <a:solidFill xmlns:a="http://schemas.openxmlformats.org/drawingml/2006/main">
              <a:srgbClr val="326CE5"/>
            </a:solidFill>
          </c:spPr>
          <c:invertIfNegative val="0"/>
          <c:cat>
            <c:strRef>
              <c:f>'Chart Data'!$A$2:$A$4</c:f>
              <c:strCache>
                <c:ptCount val="3"/>
                <c:pt idx="0">
                  <c:v>1 Pod</c:v>
                </c:pt>
                <c:pt idx="1">
                  <c:v>2 Pods</c:v>
                </c:pt>
                <c:pt idx="2">
                  <c:v>3 Pods</c:v>
                </c:pt>
              </c:strCache>
            </c:strRef>
          </c:cat>
          <c:val>
            <c:numRef>
              <c:f>'Chart Data'!$B$2:$B$4</c:f>
              <c:numCache>
                <c:formatCode>0</c:formatCode>
                <c:ptCount val="3"/>
                <c:pt idx="0">
                  <c:v>2.23</c:v>
                </c:pt>
                <c:pt idx="1">
                  <c:v>3.53</c:v>
                </c:pt>
                <c:pt idx="2">
                  <c:v>4.07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spPr>
        <a:solidFill xmlns:a="http://schemas.openxmlformats.org/drawingml/2006/main">
          <a:srgbClr val="F4F7FC"/>
        </a:solidFill>
      </c:spPr>
    </c:plotArea>
    <c:plotVisOnly val="1"/>
  </c:chart>
  <c:spPr>
    <a:solidFill xmlns:a="http://schemas.openxmlformats.org/drawingml/2006/main">
      <a:srgbClr val="F4F7FC"/>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950">
                <a:solidFill>
                  <a:srgbClr val="16283E"/>
                </a:solidFill>
                <a:latin typeface="Arial"/>
                <a:ea typeface="Arial"/>
                <a:cs typeface="Arial"/>
              </a:rPr>
              <a:t>p95 dos sucessos (ms)</a:t>
            </a:r>
          </a:p>
        </c:rich>
      </c:tx>
      <c:overlay val="0"/>
      <c:txPr>
        <a:bodyPr xmlns:a="http://schemas.openxmlformats.org/drawingml/2006/main" anchorCtr="1"/>
        <a:lstStyle xmlns:a="http://schemas.openxmlformats.org/drawingml/2006/main"/>
        <a:p xmlns:a="http://schemas.openxmlformats.org/drawingml/2006/main">
          <a:pPr>
            <a:defRPr sz="1950">
              <a:solidFill>
                <a:srgbClr val="16283E"/>
              </a:solidFill>
              <a:latin typeface="Arial"/>
              <a:ea typeface="Arial"/>
              <a:cs typeface="Arial"/>
            </a:defRPr>
          </a:pPr>
        </a:p>
      </c:txPr>
    </c:title>
    <c:plotArea>
      <c:barChart>
        <c:barDir val="col"/>
        <c:grouping val="clustered"/>
        <c:varyColors val="0"/>
        <c:ser>
          <c:idx val="0"/>
          <c:order val="0"/>
          <c:tx>
            <c:v>p95 dos sucessos (ms)</c:v>
          </c:tx>
          <c:spPr>
            <a:solidFill xmlns:a="http://schemas.openxmlformats.org/drawingml/2006/main">
              <a:srgbClr val="326CE5"/>
            </a:solidFill>
          </c:spPr>
          <c:invertIfNegative val="0"/>
          <c:cat>
            <c:strRef>
              <c:f>'Chart Data'!$A$2:$A$4</c:f>
              <c:strCache>
                <c:ptCount val="3"/>
                <c:pt idx="0">
                  <c:v>1 Pod</c:v>
                </c:pt>
                <c:pt idx="1">
                  <c:v>2 Pods</c:v>
                </c:pt>
                <c:pt idx="2">
                  <c:v>3 Pods</c:v>
                </c:pt>
              </c:strCache>
            </c:strRef>
          </c:cat>
          <c:val>
            <c:numRef>
              <c:f>'Chart Data'!$B$2:$B$4</c:f>
              <c:numCache>
                <c:formatCode>0</c:formatCode>
                <c:ptCount val="3"/>
                <c:pt idx="0">
                  <c:v>387.96</c:v>
                </c:pt>
                <c:pt idx="1">
                  <c:v>382.28</c:v>
                </c:pt>
                <c:pt idx="2">
                  <c:v>380.58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666666"/>
                </a:solidFill>
                <a:latin typeface="Arial"/>
                <a:ea typeface="Arial"/>
                <a:cs typeface="Arial"/>
              </a:defRPr>
            </a:pPr>
          </a:p>
        </c:txPr>
        <c:crossAx val="48650112"/>
        <c:crossBetween val="between"/>
      </c:valAx>
      <c:spPr>
        <a:solidFill xmlns:a="http://schemas.openxmlformats.org/drawingml/2006/main">
          <a:srgbClr val="F4F7FC"/>
        </a:solidFill>
      </c:spPr>
    </c:plotArea>
    <c:plotVisOnly val="1"/>
  </c:chart>
  <c:spPr>
    <a:solidFill xmlns:a="http://schemas.openxmlformats.org/drawingml/2006/main">
      <a:srgbClr val="F4F7FC"/>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A19264F-751F-411C-A158-659D5953DB99}"/>
              </a:ext>
            </a:extLst>
          </p:cNvPr>
          <p:cNvSpPr>
            <a:spLocks xmlns:a="http://schemas.openxmlformats.org/drawingml/2006/main" noGrp="1"/>
          </p:cNvSpPr>
          <p:nvPr/>
        </p:nvSpPr>
        <p:spPr>
          <a:xfrm xmlns:a="http://schemas.openxmlformats.org/drawingml/2006/main">
            <a:off x="685800" y="161925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6150" b="1">
                <a:solidFill>
                  <a:srgbClr val="F4F7FC"/>
                </a:solidFill>
                <a:latin typeface="Arial"/>
                <a:ea typeface="Arial"/>
                <a:cs typeface="Arial"/>
              </a:defRPr>
            </a:defPPr>
            <a:lvl1pPr>
              <a:defRPr sz="6150" b="1">
                <a:solidFill>
                  <a:srgbClr val="F4F7FC"/>
                </a:solidFill>
                <a:latin typeface="Arial"/>
                <a:ea typeface="Arial"/>
                <a:cs typeface="Arial"/>
              </a:defRPr>
            </a:lvl1pPr>
            <a:lvl2pPr>
              <a:defRPr sz="6150" b="1">
                <a:solidFill>
                  <a:srgbClr val="F4F7FC"/>
                </a:solidFill>
                <a:latin typeface="Arial"/>
                <a:ea typeface="Arial"/>
                <a:cs typeface="Arial"/>
              </a:defRPr>
            </a:lvl2pPr>
            <a:lvl3pPr>
              <a:defRPr sz="6150" b="1">
                <a:solidFill>
                  <a:srgbClr val="F4F7FC"/>
                </a:solidFill>
                <a:latin typeface="Arial"/>
                <a:ea typeface="Arial"/>
                <a:cs typeface="Arial"/>
              </a:defRPr>
            </a:lvl3pPr>
            <a:lvl4pPr>
              <a:defRPr sz="6150" b="1">
                <a:solidFill>
                  <a:srgbClr val="F4F7FC"/>
                </a:solidFill>
                <a:latin typeface="Arial"/>
                <a:ea typeface="Arial"/>
                <a:cs typeface="Arial"/>
              </a:defRPr>
            </a:lvl4pPr>
            <a:lvl5pPr>
              <a:defRPr sz="6150" b="1">
                <a:solidFill>
                  <a:srgbClr val="F4F7FC"/>
                </a:solidFill>
                <a:latin typeface="Arial"/>
                <a:ea typeface="Arial"/>
                <a:cs typeface="Arial"/>
              </a:defRPr>
            </a:lvl5pPr>
            <a:lvl6pPr>
              <a:defRPr sz="6150" b="1">
                <a:solidFill>
                  <a:srgbClr val="F4F7FC"/>
                </a:solidFill>
                <a:latin typeface="Arial"/>
                <a:ea typeface="Arial"/>
                <a:cs typeface="Arial"/>
              </a:defRPr>
            </a:lvl6pPr>
            <a:lvl7pPr>
              <a:defRPr sz="6150" b="1">
                <a:solidFill>
                  <a:srgbClr val="F4F7FC"/>
                </a:solidFill>
                <a:latin typeface="Arial"/>
                <a:ea typeface="Arial"/>
                <a:cs typeface="Arial"/>
              </a:defRPr>
            </a:lvl7pPr>
            <a:lvl8pPr>
              <a:defRPr sz="6150" b="1">
                <a:solidFill>
                  <a:srgbClr val="F4F7FC"/>
                </a:solidFill>
                <a:latin typeface="Arial"/>
                <a:ea typeface="Arial"/>
                <a:cs typeface="Arial"/>
              </a:defRPr>
            </a:lvl8pPr>
            <a:lvl9pPr>
              <a:defRPr sz="6150" b="1">
                <a:solidFill>
                  <a:srgbClr val="F4F7FC"/>
                </a:solidFill>
                <a:latin typeface="Arial"/>
                <a:ea typeface="Arial"/>
                <a:cs typeface="Arial"/>
              </a:defRPr>
            </a:lvl9pPr>
          </a:lstStyle>
          <a:p xmlns:a="http://schemas.openxmlformats.org/drawingml/2006/main">
            <a:pPr>
              <a:defRPr sz="6150" b="1">
                <a:solidFill>
                  <a:srgbClr val="F4F7FC"/>
                </a:solidFill>
                <a:latin typeface="Arial"/>
                <a:ea typeface="Arial"/>
                <a:cs typeface="Arial"/>
              </a:defRPr>
            </a:pPr>
            <a:r>
              <a:rPr sz="6150" b="1">
                <a:solidFill>
                  <a:srgbClr val="F4F7FC"/>
                </a:solidFill>
                <a:latin typeface="Arial"/>
                <a:ea typeface="Arial"/>
                <a:cs typeface="Arial"/>
              </a:rPr>
              <a:t>RotaExpress</a:t>
            </a:r>
          </a:p>
        </p:txBody>
      </p:sp>
      <p:sp>
        <p:nvSpPr>
          <p:cNvPr id="2" name="">
            <a:extLst xmlns:a="http://schemas.openxmlformats.org/drawingml/2006/main">
              <a:ext uri="{FF2B5EF4-FFF2-40B4-BE49-F238E27FC236}">
                <a16:creationId xmlns:a16="http://schemas.microsoft.com/office/drawing/2014/main" id="{348D35B8-AFCB-49E2-BE24-A5D2A0D4E7F1}"/>
              </a:ext>
            </a:extLst>
          </p:cNvPr>
          <p:cNvSpPr>
            <a:spLocks xmlns:a="http://schemas.openxmlformats.org/drawingml/2006/main" noGrp="1"/>
          </p:cNvSpPr>
          <p:nvPr/>
        </p:nvSpPr>
        <p:spPr>
          <a:xfrm xmlns:a="http://schemas.openxmlformats.org/drawingml/2006/main">
            <a:off x="723900" y="27622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0">
                <a:solidFill>
                  <a:srgbClr val="64A7FF"/>
                </a:solidFill>
                <a:latin typeface="Arial"/>
                <a:ea typeface="Arial"/>
                <a:cs typeface="Arial"/>
              </a:defRPr>
            </a:defPPr>
            <a:lvl1pPr>
              <a:defRPr sz="3600" b="0">
                <a:solidFill>
                  <a:srgbClr val="64A7FF"/>
                </a:solidFill>
                <a:latin typeface="Arial"/>
                <a:ea typeface="Arial"/>
                <a:cs typeface="Arial"/>
              </a:defRPr>
            </a:lvl1pPr>
            <a:lvl2pPr>
              <a:defRPr sz="3600" b="0">
                <a:solidFill>
                  <a:srgbClr val="64A7FF"/>
                </a:solidFill>
                <a:latin typeface="Arial"/>
                <a:ea typeface="Arial"/>
                <a:cs typeface="Arial"/>
              </a:defRPr>
            </a:lvl2pPr>
            <a:lvl3pPr>
              <a:defRPr sz="3600" b="0">
                <a:solidFill>
                  <a:srgbClr val="64A7FF"/>
                </a:solidFill>
                <a:latin typeface="Arial"/>
                <a:ea typeface="Arial"/>
                <a:cs typeface="Arial"/>
              </a:defRPr>
            </a:lvl3pPr>
            <a:lvl4pPr>
              <a:defRPr sz="3600" b="0">
                <a:solidFill>
                  <a:srgbClr val="64A7FF"/>
                </a:solidFill>
                <a:latin typeface="Arial"/>
                <a:ea typeface="Arial"/>
                <a:cs typeface="Arial"/>
              </a:defRPr>
            </a:lvl4pPr>
            <a:lvl5pPr>
              <a:defRPr sz="3600" b="0">
                <a:solidFill>
                  <a:srgbClr val="64A7FF"/>
                </a:solidFill>
                <a:latin typeface="Arial"/>
                <a:ea typeface="Arial"/>
                <a:cs typeface="Arial"/>
              </a:defRPr>
            </a:lvl5pPr>
            <a:lvl6pPr>
              <a:defRPr sz="3600" b="0">
                <a:solidFill>
                  <a:srgbClr val="64A7FF"/>
                </a:solidFill>
                <a:latin typeface="Arial"/>
                <a:ea typeface="Arial"/>
                <a:cs typeface="Arial"/>
              </a:defRPr>
            </a:lvl6pPr>
            <a:lvl7pPr>
              <a:defRPr sz="3600" b="0">
                <a:solidFill>
                  <a:srgbClr val="64A7FF"/>
                </a:solidFill>
                <a:latin typeface="Arial"/>
                <a:ea typeface="Arial"/>
                <a:cs typeface="Arial"/>
              </a:defRPr>
            </a:lvl7pPr>
            <a:lvl8pPr>
              <a:defRPr sz="3600" b="0">
                <a:solidFill>
                  <a:srgbClr val="64A7FF"/>
                </a:solidFill>
                <a:latin typeface="Arial"/>
                <a:ea typeface="Arial"/>
                <a:cs typeface="Arial"/>
              </a:defRPr>
            </a:lvl8pPr>
            <a:lvl9pPr>
              <a:defRPr sz="3600" b="0">
                <a:solidFill>
                  <a:srgbClr val="64A7FF"/>
                </a:solidFill>
                <a:latin typeface="Arial"/>
                <a:ea typeface="Arial"/>
                <a:cs typeface="Arial"/>
              </a:defRPr>
            </a:lvl9pPr>
          </a:lstStyle>
          <a:p xmlns:a="http://schemas.openxmlformats.org/drawingml/2006/main">
            <a:pPr>
              <a:defRPr sz="3600" b="0">
                <a:solidFill>
                  <a:srgbClr val="64A7FF"/>
                </a:solidFill>
                <a:latin typeface="Arial"/>
                <a:ea typeface="Arial"/>
                <a:cs typeface="Arial"/>
              </a:defRPr>
            </a:pPr>
            <a:r>
              <a:rPr sz="3600" b="0">
                <a:solidFill>
                  <a:srgbClr val="64A7FF"/>
                </a:solidFill>
                <a:latin typeface="Arial"/>
                <a:ea typeface="Arial"/>
                <a:cs typeface="Arial"/>
              </a:rPr>
              <a:t>Kubernetes na prática</a:t>
            </a:r>
          </a:p>
        </p:txBody>
      </p:sp>
      <p:sp>
        <p:nvSpPr>
          <p:cNvPr id="3" name="">
            <a:extLst xmlns:a="http://schemas.openxmlformats.org/drawingml/2006/main">
              <a:ext uri="{FF2B5EF4-FFF2-40B4-BE49-F238E27FC236}">
                <a16:creationId xmlns:a16="http://schemas.microsoft.com/office/drawing/2014/main" id="{8FF254DC-4E6E-4A11-AB61-08E0DD8A1C20}"/>
              </a:ext>
            </a:extLst>
          </p:cNvPr>
          <p:cNvSpPr>
            <a:spLocks xmlns:a="http://schemas.openxmlformats.org/drawingml/2006/main" noGrp="1"/>
          </p:cNvSpPr>
          <p:nvPr/>
        </p:nvSpPr>
        <p:spPr>
          <a:xfrm xmlns:a="http://schemas.openxmlformats.org/drawingml/2006/main">
            <a:off x="723900" y="4000500"/>
            <a:ext cx="8572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B7C7DC"/>
                </a:solidFill>
                <a:latin typeface="Arial"/>
                <a:ea typeface="Arial"/>
                <a:cs typeface="Arial"/>
              </a:defRPr>
            </a:defPPr>
            <a:lvl1pPr>
              <a:defRPr sz="2250" b="0">
                <a:solidFill>
                  <a:srgbClr val="B7C7DC"/>
                </a:solidFill>
                <a:latin typeface="Arial"/>
                <a:ea typeface="Arial"/>
                <a:cs typeface="Arial"/>
              </a:defRPr>
            </a:lvl1pPr>
            <a:lvl2pPr>
              <a:defRPr sz="2250" b="0">
                <a:solidFill>
                  <a:srgbClr val="B7C7DC"/>
                </a:solidFill>
                <a:latin typeface="Arial"/>
                <a:ea typeface="Arial"/>
                <a:cs typeface="Arial"/>
              </a:defRPr>
            </a:lvl2pPr>
            <a:lvl3pPr>
              <a:defRPr sz="2250" b="0">
                <a:solidFill>
                  <a:srgbClr val="B7C7DC"/>
                </a:solidFill>
                <a:latin typeface="Arial"/>
                <a:ea typeface="Arial"/>
                <a:cs typeface="Arial"/>
              </a:defRPr>
            </a:lvl3pPr>
            <a:lvl4pPr>
              <a:defRPr sz="2250" b="0">
                <a:solidFill>
                  <a:srgbClr val="B7C7DC"/>
                </a:solidFill>
                <a:latin typeface="Arial"/>
                <a:ea typeface="Arial"/>
                <a:cs typeface="Arial"/>
              </a:defRPr>
            </a:lvl4pPr>
            <a:lvl5pPr>
              <a:defRPr sz="2250" b="0">
                <a:solidFill>
                  <a:srgbClr val="B7C7DC"/>
                </a:solidFill>
                <a:latin typeface="Arial"/>
                <a:ea typeface="Arial"/>
                <a:cs typeface="Arial"/>
              </a:defRPr>
            </a:lvl5pPr>
            <a:lvl6pPr>
              <a:defRPr sz="2250" b="0">
                <a:solidFill>
                  <a:srgbClr val="B7C7DC"/>
                </a:solidFill>
                <a:latin typeface="Arial"/>
                <a:ea typeface="Arial"/>
                <a:cs typeface="Arial"/>
              </a:defRPr>
            </a:lvl6pPr>
            <a:lvl7pPr>
              <a:defRPr sz="2250" b="0">
                <a:solidFill>
                  <a:srgbClr val="B7C7DC"/>
                </a:solidFill>
                <a:latin typeface="Arial"/>
                <a:ea typeface="Arial"/>
                <a:cs typeface="Arial"/>
              </a:defRPr>
            </a:lvl7pPr>
            <a:lvl8pPr>
              <a:defRPr sz="2250" b="0">
                <a:solidFill>
                  <a:srgbClr val="B7C7DC"/>
                </a:solidFill>
                <a:latin typeface="Arial"/>
                <a:ea typeface="Arial"/>
                <a:cs typeface="Arial"/>
              </a:defRPr>
            </a:lvl8pPr>
            <a:lvl9pPr>
              <a:defRPr sz="2250" b="0">
                <a:solidFill>
                  <a:srgbClr val="B7C7DC"/>
                </a:solidFill>
                <a:latin typeface="Arial"/>
                <a:ea typeface="Arial"/>
                <a:cs typeface="Arial"/>
              </a:defRPr>
            </a:lvl9pPr>
          </a:lstStyle>
          <a:p xmlns:a="http://schemas.openxmlformats.org/drawingml/2006/main">
            <a:pPr>
              <a:defRPr sz="2250" b="0">
                <a:solidFill>
                  <a:srgbClr val="B7C7DC"/>
                </a:solidFill>
                <a:latin typeface="Arial"/>
                <a:ea typeface="Arial"/>
                <a:cs typeface="Arial"/>
              </a:defRPr>
            </a:pPr>
            <a:r>
              <a:rPr sz="2250" b="0">
                <a:solidFill>
                  <a:srgbClr val="B7C7DC"/>
                </a:solidFill>
                <a:latin typeface="Arial"/>
                <a:ea typeface="Arial"/>
                <a:cs typeface="Arial"/>
              </a:rPr>
              <a:t>Publicação, recuperação e escala de uma aplicação de rotas</a:t>
            </a:r>
          </a:p>
        </p:txBody>
      </p:sp>
      <p:sp>
        <p:nvSpPr>
          <p:cNvPr id="4" name="">
            <a:extLst xmlns:a="http://schemas.openxmlformats.org/drawingml/2006/main">
              <a:ext uri="{FF2B5EF4-FFF2-40B4-BE49-F238E27FC236}">
                <a16:creationId xmlns:a16="http://schemas.microsoft.com/office/drawing/2014/main" id="{A04DD254-9C46-4D59-823C-8E89194898A4}"/>
              </a:ext>
            </a:extLst>
          </p:cNvPr>
          <p:cNvSpPr>
            <a:spLocks xmlns:a="http://schemas.openxmlformats.org/drawingml/2006/main" noGrp="1"/>
          </p:cNvSpPr>
          <p:nvPr/>
        </p:nvSpPr>
        <p:spPr>
          <a:xfrm xmlns:a="http://schemas.openxmlformats.org/drawingml/2006/main">
            <a:off x="723900" y="5953125"/>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DevOps, FAG, 2026</a:t>
            </a:r>
          </a:p>
        </p:txBody>
      </p:sp>
    </p:spTree>
    <p:extLst>
      <p:ext uri="{BB962C8B-B14F-4D97-AF65-F5344CB8AC3E}">
        <p14:creationId xmlns:p14="http://schemas.microsoft.com/office/powerpoint/2010/main" val="91222820"/>
      </p:ext>
    </p:extLst>
  </p:cSld>
</p:sld>
</file>

<file path=ppt/slides/slide2.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CC7EE0-7889-4D49-96DC-716A1F74EA73}"/>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O problema da transportadora</a:t>
            </a:r>
          </a:p>
        </p:txBody>
      </p:sp>
      <p:sp>
        <p:nvSpPr>
          <p:cNvPr id="2" name="">
            <a:extLst xmlns:a="http://schemas.openxmlformats.org/drawingml/2006/main">
              <a:ext uri="{FF2B5EF4-FFF2-40B4-BE49-F238E27FC236}">
                <a16:creationId xmlns:a16="http://schemas.microsoft.com/office/drawing/2014/main" id="{B86E3751-B1F3-46AC-9D1A-E88C0C6BE768}"/>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FD51526-4FA8-45BE-85EC-4A4FBA5DE6A8}"/>
              </a:ext>
            </a:extLst>
          </p:cNvPr>
          <p:cNvSpPr>
            <a:spLocks xmlns:a="http://schemas.openxmlformats.org/drawingml/2006/main" noGrp="1"/>
          </p:cNvSpPr>
          <p:nvPr/>
        </p:nvSpPr>
        <p:spPr>
          <a:xfrm xmlns:a="http://schemas.openxmlformats.org/drawingml/2006/main">
            <a:off x="685800" y="2095500"/>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125" b="1">
                <a:solidFill>
                  <a:srgbClr val="5CE1B0"/>
                </a:solidFill>
                <a:latin typeface="Arial"/>
                <a:ea typeface="Arial"/>
                <a:cs typeface="Arial"/>
              </a:defRPr>
            </a:defPPr>
            <a:lvl1pPr>
              <a:defRPr sz="4125" b="1">
                <a:solidFill>
                  <a:srgbClr val="5CE1B0"/>
                </a:solidFill>
                <a:latin typeface="Arial"/>
                <a:ea typeface="Arial"/>
                <a:cs typeface="Arial"/>
              </a:defRPr>
            </a:lvl1pPr>
            <a:lvl2pPr>
              <a:defRPr sz="4125" b="1">
                <a:solidFill>
                  <a:srgbClr val="5CE1B0"/>
                </a:solidFill>
                <a:latin typeface="Arial"/>
                <a:ea typeface="Arial"/>
                <a:cs typeface="Arial"/>
              </a:defRPr>
            </a:lvl2pPr>
            <a:lvl3pPr>
              <a:defRPr sz="4125" b="1">
                <a:solidFill>
                  <a:srgbClr val="5CE1B0"/>
                </a:solidFill>
                <a:latin typeface="Arial"/>
                <a:ea typeface="Arial"/>
                <a:cs typeface="Arial"/>
              </a:defRPr>
            </a:lvl3pPr>
            <a:lvl4pPr>
              <a:defRPr sz="4125" b="1">
                <a:solidFill>
                  <a:srgbClr val="5CE1B0"/>
                </a:solidFill>
                <a:latin typeface="Arial"/>
                <a:ea typeface="Arial"/>
                <a:cs typeface="Arial"/>
              </a:defRPr>
            </a:lvl4pPr>
            <a:lvl5pPr>
              <a:defRPr sz="4125" b="1">
                <a:solidFill>
                  <a:srgbClr val="5CE1B0"/>
                </a:solidFill>
                <a:latin typeface="Arial"/>
                <a:ea typeface="Arial"/>
                <a:cs typeface="Arial"/>
              </a:defRPr>
            </a:lvl5pPr>
            <a:lvl6pPr>
              <a:defRPr sz="4125" b="1">
                <a:solidFill>
                  <a:srgbClr val="5CE1B0"/>
                </a:solidFill>
                <a:latin typeface="Arial"/>
                <a:ea typeface="Arial"/>
                <a:cs typeface="Arial"/>
              </a:defRPr>
            </a:lvl6pPr>
            <a:lvl7pPr>
              <a:defRPr sz="4125" b="1">
                <a:solidFill>
                  <a:srgbClr val="5CE1B0"/>
                </a:solidFill>
                <a:latin typeface="Arial"/>
                <a:ea typeface="Arial"/>
                <a:cs typeface="Arial"/>
              </a:defRPr>
            </a:lvl7pPr>
            <a:lvl8pPr>
              <a:defRPr sz="4125" b="1">
                <a:solidFill>
                  <a:srgbClr val="5CE1B0"/>
                </a:solidFill>
                <a:latin typeface="Arial"/>
                <a:ea typeface="Arial"/>
                <a:cs typeface="Arial"/>
              </a:defRPr>
            </a:lvl8pPr>
            <a:lvl9pPr>
              <a:defRPr sz="4125" b="1">
                <a:solidFill>
                  <a:srgbClr val="5CE1B0"/>
                </a:solidFill>
                <a:latin typeface="Arial"/>
                <a:ea typeface="Arial"/>
                <a:cs typeface="Arial"/>
              </a:defRPr>
            </a:lvl9pPr>
          </a:lstStyle>
          <a:p xmlns:a="http://schemas.openxmlformats.org/drawingml/2006/main">
            <a:pPr>
              <a:defRPr sz="4125" b="1">
                <a:solidFill>
                  <a:srgbClr val="5CE1B0"/>
                </a:solidFill>
                <a:latin typeface="Arial"/>
                <a:ea typeface="Arial"/>
                <a:cs typeface="Arial"/>
              </a:defRPr>
            </a:pPr>
            <a:r>
              <a:rPr sz="4125" b="1">
                <a:solidFill>
                  <a:srgbClr val="5CE1B0"/>
                </a:solidFill>
                <a:latin typeface="Arial"/>
                <a:ea typeface="Arial"/>
                <a:cs typeface="Arial"/>
              </a:rPr>
              <a:t>Um cálculo por Pod de cada vez</a:t>
            </a:r>
          </a:p>
        </p:txBody>
      </p:sp>
      <p:sp>
        <p:nvSpPr>
          <p:cNvPr id="4" name="">
            <a:extLst xmlns:a="http://schemas.openxmlformats.org/drawingml/2006/main">
              <a:ext uri="{FF2B5EF4-FFF2-40B4-BE49-F238E27FC236}">
                <a16:creationId xmlns:a16="http://schemas.microsoft.com/office/drawing/2014/main" id="{5487D38C-9E26-4080-AB30-91893540D4D2}"/>
              </a:ext>
            </a:extLst>
          </p:cNvPr>
          <p:cNvSpPr>
            <a:spLocks xmlns:a="http://schemas.openxmlformats.org/drawingml/2006/main" noGrp="1"/>
          </p:cNvSpPr>
          <p:nvPr/>
        </p:nvSpPr>
        <p:spPr>
          <a:xfrm xmlns:a="http://schemas.openxmlformats.org/drawingml/2006/main">
            <a:off x="685800" y="4286250"/>
            <a:ext cx="619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B7C7DC"/>
                </a:solidFill>
                <a:latin typeface="Arial"/>
                <a:ea typeface="Arial"/>
                <a:cs typeface="Arial"/>
              </a:defRPr>
            </a:defPPr>
            <a:lvl1pPr>
              <a:defRPr sz="2250" b="0">
                <a:solidFill>
                  <a:srgbClr val="B7C7DC"/>
                </a:solidFill>
                <a:latin typeface="Arial"/>
                <a:ea typeface="Arial"/>
                <a:cs typeface="Arial"/>
              </a:defRPr>
            </a:lvl1pPr>
            <a:lvl2pPr>
              <a:defRPr sz="2250" b="0">
                <a:solidFill>
                  <a:srgbClr val="B7C7DC"/>
                </a:solidFill>
                <a:latin typeface="Arial"/>
                <a:ea typeface="Arial"/>
                <a:cs typeface="Arial"/>
              </a:defRPr>
            </a:lvl2pPr>
            <a:lvl3pPr>
              <a:defRPr sz="2250" b="0">
                <a:solidFill>
                  <a:srgbClr val="B7C7DC"/>
                </a:solidFill>
                <a:latin typeface="Arial"/>
                <a:ea typeface="Arial"/>
                <a:cs typeface="Arial"/>
              </a:defRPr>
            </a:lvl3pPr>
            <a:lvl4pPr>
              <a:defRPr sz="2250" b="0">
                <a:solidFill>
                  <a:srgbClr val="B7C7DC"/>
                </a:solidFill>
                <a:latin typeface="Arial"/>
                <a:ea typeface="Arial"/>
                <a:cs typeface="Arial"/>
              </a:defRPr>
            </a:lvl4pPr>
            <a:lvl5pPr>
              <a:defRPr sz="2250" b="0">
                <a:solidFill>
                  <a:srgbClr val="B7C7DC"/>
                </a:solidFill>
                <a:latin typeface="Arial"/>
                <a:ea typeface="Arial"/>
                <a:cs typeface="Arial"/>
              </a:defRPr>
            </a:lvl5pPr>
            <a:lvl6pPr>
              <a:defRPr sz="2250" b="0">
                <a:solidFill>
                  <a:srgbClr val="B7C7DC"/>
                </a:solidFill>
                <a:latin typeface="Arial"/>
                <a:ea typeface="Arial"/>
                <a:cs typeface="Arial"/>
              </a:defRPr>
            </a:lvl6pPr>
            <a:lvl7pPr>
              <a:defRPr sz="2250" b="0">
                <a:solidFill>
                  <a:srgbClr val="B7C7DC"/>
                </a:solidFill>
                <a:latin typeface="Arial"/>
                <a:ea typeface="Arial"/>
                <a:cs typeface="Arial"/>
              </a:defRPr>
            </a:lvl7pPr>
            <a:lvl8pPr>
              <a:defRPr sz="2250" b="0">
                <a:solidFill>
                  <a:srgbClr val="B7C7DC"/>
                </a:solidFill>
                <a:latin typeface="Arial"/>
                <a:ea typeface="Arial"/>
                <a:cs typeface="Arial"/>
              </a:defRPr>
            </a:lvl8pPr>
            <a:lvl9pPr>
              <a:defRPr sz="2250" b="0">
                <a:solidFill>
                  <a:srgbClr val="B7C7DC"/>
                </a:solidFill>
                <a:latin typeface="Arial"/>
                <a:ea typeface="Arial"/>
                <a:cs typeface="Arial"/>
              </a:defRPr>
            </a:lvl9pPr>
          </a:lstStyle>
          <a:p xmlns:a="http://schemas.openxmlformats.org/drawingml/2006/main">
            <a:pPr>
              <a:defRPr sz="2250" b="0">
                <a:solidFill>
                  <a:srgbClr val="B7C7DC"/>
                </a:solidFill>
                <a:latin typeface="Arial"/>
                <a:ea typeface="Arial"/>
                <a:cs typeface="Arial"/>
              </a:defRPr>
            </a:pPr>
            <a:r>
              <a:rPr sz="2250" b="0">
                <a:solidFill>
                  <a:srgbClr val="B7C7DC"/>
                </a:solidFill>
                <a:latin typeface="Arial"/>
                <a:ea typeface="Arial"/>
                <a:cs typeface="Arial"/>
              </a:rPr>
              <a:t>Pedidos simultâneos podem receber HTTP 503. O serviço busca a menor rota entre nove entregas fictícias.</a:t>
            </a:r>
          </a:p>
        </p:txBody>
      </p:sp>
      <p:pic>
        <p:nvPicPr>
          <p:cNvPr id="5" name="">
            <a:extLst xmlns:a="http://schemas.openxmlformats.org/drawingml/2006/main">
              <a:ext uri="{FF2B5EF4-FFF2-40B4-BE49-F238E27FC236}">
                <a16:creationId xmlns:a16="http://schemas.microsoft.com/office/drawing/2014/main" id="{8767B611-479A-4DDE-A581-8CF6EB470600}"/>
              </a:ext>
            </a:extLst>
          </p:cNvPr>
          <p:cNvPicPr>
            <a:picLocks xmlns:a="http://schemas.openxmlformats.org/drawingml/2006/main" noChangeAspect="1"/>
          </p:cNvPicPr>
          <p:nvPr/>
        </p:nvPicPr>
        <p:blipFill>
          <a:blip xmlns:r="http://schemas.openxmlformats.org/officeDocument/2006/relationships" xmlns:a="http://schemas.openxmlformats.org/drawingml/2006/main" r:embed="Rfe764db9d3164853"/>
          <a:stretch xmlns:a="http://schemas.openxmlformats.org/drawingml/2006/main"/>
        </p:blipFill>
        <p:spPr>
          <a:xfrm xmlns:a="http://schemas.openxmlformats.org/drawingml/2006/main">
            <a:off x="7620000" y="1667941"/>
            <a:ext cx="3429000" cy="4426993"/>
          </a:xfrm>
          <a:prstGeom xmlns:a="http://schemas.openxmlformats.org/drawingml/2006/main" prst="rect">
            <a:avLst/>
          </a:prstGeom>
        </p:spPr>
      </p:pic>
    </p:spTree>
    <p:extLst>
      <p:ext uri="{BB962C8B-B14F-4D97-AF65-F5344CB8AC3E}">
        <p14:creationId xmlns:p14="http://schemas.microsoft.com/office/powerpoint/2010/main" val="1064545431"/>
      </p:ext>
    </p:extLst>
  </p:cSld>
</p:sld>
</file>

<file path=ppt/slides/slide3.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B8E38C2-FC12-4FD9-88C6-32EF8633CF24}"/>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Objetivos do experimento</a:t>
            </a:r>
          </a:p>
        </p:txBody>
      </p:sp>
      <p:sp>
        <p:nvSpPr>
          <p:cNvPr id="2" name="">
            <a:extLst xmlns:a="http://schemas.openxmlformats.org/drawingml/2006/main">
              <a:ext uri="{FF2B5EF4-FFF2-40B4-BE49-F238E27FC236}">
                <a16:creationId xmlns:a16="http://schemas.microsoft.com/office/drawing/2014/main" id="{5EA96FCE-B760-43CA-8145-63A1D8707973}"/>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D90D782-BA0C-4A69-8784-FC68EC7F9100}"/>
              </a:ext>
            </a:extLst>
          </p:cNvPr>
          <p:cNvSpPr>
            <a:spLocks xmlns:a="http://schemas.openxmlformats.org/drawingml/2006/main" noGrp="1"/>
          </p:cNvSpPr>
          <p:nvPr/>
        </p:nvSpPr>
        <p:spPr>
          <a:xfrm xmlns:a="http://schemas.openxmlformats.org/drawingml/2006/main">
            <a:off x="685800" y="19050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4A7FF"/>
                </a:solidFill>
                <a:latin typeface="Arial"/>
                <a:ea typeface="Arial"/>
                <a:cs typeface="Arial"/>
              </a:defRPr>
            </a:defPPr>
            <a:lvl1pPr>
              <a:defRPr sz="2550" b="1">
                <a:solidFill>
                  <a:srgbClr val="64A7FF"/>
                </a:solidFill>
                <a:latin typeface="Arial"/>
                <a:ea typeface="Arial"/>
                <a:cs typeface="Arial"/>
              </a:defRPr>
            </a:lvl1pPr>
            <a:lvl2pPr>
              <a:defRPr sz="2550" b="1">
                <a:solidFill>
                  <a:srgbClr val="64A7FF"/>
                </a:solidFill>
                <a:latin typeface="Arial"/>
                <a:ea typeface="Arial"/>
                <a:cs typeface="Arial"/>
              </a:defRPr>
            </a:lvl2pPr>
            <a:lvl3pPr>
              <a:defRPr sz="2550" b="1">
                <a:solidFill>
                  <a:srgbClr val="64A7FF"/>
                </a:solidFill>
                <a:latin typeface="Arial"/>
                <a:ea typeface="Arial"/>
                <a:cs typeface="Arial"/>
              </a:defRPr>
            </a:lvl3pPr>
            <a:lvl4pPr>
              <a:defRPr sz="2550" b="1">
                <a:solidFill>
                  <a:srgbClr val="64A7FF"/>
                </a:solidFill>
                <a:latin typeface="Arial"/>
                <a:ea typeface="Arial"/>
                <a:cs typeface="Arial"/>
              </a:defRPr>
            </a:lvl4pPr>
            <a:lvl5pPr>
              <a:defRPr sz="2550" b="1">
                <a:solidFill>
                  <a:srgbClr val="64A7FF"/>
                </a:solidFill>
                <a:latin typeface="Arial"/>
                <a:ea typeface="Arial"/>
                <a:cs typeface="Arial"/>
              </a:defRPr>
            </a:lvl5pPr>
            <a:lvl6pPr>
              <a:defRPr sz="2550" b="1">
                <a:solidFill>
                  <a:srgbClr val="64A7FF"/>
                </a:solidFill>
                <a:latin typeface="Arial"/>
                <a:ea typeface="Arial"/>
                <a:cs typeface="Arial"/>
              </a:defRPr>
            </a:lvl6pPr>
            <a:lvl7pPr>
              <a:defRPr sz="2550" b="1">
                <a:solidFill>
                  <a:srgbClr val="64A7FF"/>
                </a:solidFill>
                <a:latin typeface="Arial"/>
                <a:ea typeface="Arial"/>
                <a:cs typeface="Arial"/>
              </a:defRPr>
            </a:lvl7pPr>
            <a:lvl8pPr>
              <a:defRPr sz="2550" b="1">
                <a:solidFill>
                  <a:srgbClr val="64A7FF"/>
                </a:solidFill>
                <a:latin typeface="Arial"/>
                <a:ea typeface="Arial"/>
                <a:cs typeface="Arial"/>
              </a:defRPr>
            </a:lvl8pPr>
            <a:lvl9pPr>
              <a:defRPr sz="2550" b="1">
                <a:solidFill>
                  <a:srgbClr val="64A7FF"/>
                </a:solidFill>
                <a:latin typeface="Arial"/>
                <a:ea typeface="Arial"/>
                <a:cs typeface="Arial"/>
              </a:defRPr>
            </a:lvl9pPr>
          </a:lstStyle>
          <a:p xmlns:a="http://schemas.openxmlformats.org/drawingml/2006/main">
            <a:pPr>
              <a:defRPr sz="2550" b="1">
                <a:solidFill>
                  <a:srgbClr val="64A7FF"/>
                </a:solidFill>
                <a:latin typeface="Arial"/>
                <a:ea typeface="Arial"/>
                <a:cs typeface="Arial"/>
              </a:defRPr>
            </a:pPr>
            <a:r>
              <a:rPr sz="2550" b="1">
                <a:solidFill>
                  <a:srgbClr val="64A7F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CB5AA70-EAEC-4E51-AD65-8767C56EC014}"/>
              </a:ext>
            </a:extLst>
          </p:cNvPr>
          <p:cNvSpPr>
            <a:spLocks xmlns:a="http://schemas.openxmlformats.org/drawingml/2006/main" noGrp="1"/>
          </p:cNvSpPr>
          <p:nvPr/>
        </p:nvSpPr>
        <p:spPr>
          <a:xfrm xmlns:a="http://schemas.openxmlformats.org/drawingml/2006/main">
            <a:off x="1714500" y="19050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4F7FC"/>
                </a:solidFill>
                <a:latin typeface="Arial"/>
                <a:ea typeface="Arial"/>
                <a:cs typeface="Arial"/>
              </a:defRPr>
            </a:defPPr>
            <a:lvl1pPr>
              <a:defRPr sz="2400" b="0">
                <a:solidFill>
                  <a:srgbClr val="F4F7FC"/>
                </a:solidFill>
                <a:latin typeface="Arial"/>
                <a:ea typeface="Arial"/>
                <a:cs typeface="Arial"/>
              </a:defRPr>
            </a:lvl1pPr>
            <a:lvl2pPr>
              <a:defRPr sz="2400" b="0">
                <a:solidFill>
                  <a:srgbClr val="F4F7FC"/>
                </a:solidFill>
                <a:latin typeface="Arial"/>
                <a:ea typeface="Arial"/>
                <a:cs typeface="Arial"/>
              </a:defRPr>
            </a:lvl2pPr>
            <a:lvl3pPr>
              <a:defRPr sz="2400" b="0">
                <a:solidFill>
                  <a:srgbClr val="F4F7FC"/>
                </a:solidFill>
                <a:latin typeface="Arial"/>
                <a:ea typeface="Arial"/>
                <a:cs typeface="Arial"/>
              </a:defRPr>
            </a:lvl3pPr>
            <a:lvl4pPr>
              <a:defRPr sz="2400" b="0">
                <a:solidFill>
                  <a:srgbClr val="F4F7FC"/>
                </a:solidFill>
                <a:latin typeface="Arial"/>
                <a:ea typeface="Arial"/>
                <a:cs typeface="Arial"/>
              </a:defRPr>
            </a:lvl4pPr>
            <a:lvl5pPr>
              <a:defRPr sz="2400" b="0">
                <a:solidFill>
                  <a:srgbClr val="F4F7FC"/>
                </a:solidFill>
                <a:latin typeface="Arial"/>
                <a:ea typeface="Arial"/>
                <a:cs typeface="Arial"/>
              </a:defRPr>
            </a:lvl5pPr>
            <a:lvl6pPr>
              <a:defRPr sz="2400" b="0">
                <a:solidFill>
                  <a:srgbClr val="F4F7FC"/>
                </a:solidFill>
                <a:latin typeface="Arial"/>
                <a:ea typeface="Arial"/>
                <a:cs typeface="Arial"/>
              </a:defRPr>
            </a:lvl6pPr>
            <a:lvl7pPr>
              <a:defRPr sz="2400" b="0">
                <a:solidFill>
                  <a:srgbClr val="F4F7FC"/>
                </a:solidFill>
                <a:latin typeface="Arial"/>
                <a:ea typeface="Arial"/>
                <a:cs typeface="Arial"/>
              </a:defRPr>
            </a:lvl7pPr>
            <a:lvl8pPr>
              <a:defRPr sz="2400" b="0">
                <a:solidFill>
                  <a:srgbClr val="F4F7FC"/>
                </a:solidFill>
                <a:latin typeface="Arial"/>
                <a:ea typeface="Arial"/>
                <a:cs typeface="Arial"/>
              </a:defRPr>
            </a:lvl8pPr>
            <a:lvl9pPr>
              <a:defRPr sz="2400" b="0">
                <a:solidFill>
                  <a:srgbClr val="F4F7FC"/>
                </a:solidFill>
                <a:latin typeface="Arial"/>
                <a:ea typeface="Arial"/>
                <a:cs typeface="Arial"/>
              </a:defRPr>
            </a:lvl9pPr>
          </a:lstStyle>
          <a:p xmlns:a="http://schemas.openxmlformats.org/drawingml/2006/main">
            <a:pPr>
              <a:defRPr sz="2400" b="0">
                <a:solidFill>
                  <a:srgbClr val="F4F7FC"/>
                </a:solidFill>
                <a:latin typeface="Arial"/>
                <a:ea typeface="Arial"/>
                <a:cs typeface="Arial"/>
              </a:defRPr>
            </a:pPr>
            <a:r>
              <a:rPr sz="2400" b="0">
                <a:solidFill>
                  <a:srgbClr val="F4F7FC"/>
                </a:solidFill>
                <a:latin typeface="Arial"/>
                <a:ea typeface="Arial"/>
                <a:cs typeface="Arial"/>
              </a:rPr>
              <a:t>Publicar a mesma imagem em um cluster local</a:t>
            </a:r>
          </a:p>
        </p:txBody>
      </p:sp>
      <p:sp>
        <p:nvSpPr>
          <p:cNvPr id="5" name="">
            <a:extLst xmlns:a="http://schemas.openxmlformats.org/drawingml/2006/main">
              <a:ext uri="{FF2B5EF4-FFF2-40B4-BE49-F238E27FC236}">
                <a16:creationId xmlns:a16="http://schemas.microsoft.com/office/drawing/2014/main" id="{2CFB15BD-E3DF-4A43-BA5B-C1D564F2B65A}"/>
              </a:ext>
            </a:extLst>
          </p:cNvPr>
          <p:cNvSpPr>
            <a:spLocks xmlns:a="http://schemas.openxmlformats.org/drawingml/2006/main" noGrp="1"/>
          </p:cNvSpPr>
          <p:nvPr/>
        </p:nvSpPr>
        <p:spPr>
          <a:xfrm xmlns:a="http://schemas.openxmlformats.org/drawingml/2006/main">
            <a:off x="685800" y="280987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4A7FF"/>
                </a:solidFill>
                <a:latin typeface="Arial"/>
                <a:ea typeface="Arial"/>
                <a:cs typeface="Arial"/>
              </a:defRPr>
            </a:defPPr>
            <a:lvl1pPr>
              <a:defRPr sz="2550" b="1">
                <a:solidFill>
                  <a:srgbClr val="64A7FF"/>
                </a:solidFill>
                <a:latin typeface="Arial"/>
                <a:ea typeface="Arial"/>
                <a:cs typeface="Arial"/>
              </a:defRPr>
            </a:lvl1pPr>
            <a:lvl2pPr>
              <a:defRPr sz="2550" b="1">
                <a:solidFill>
                  <a:srgbClr val="64A7FF"/>
                </a:solidFill>
                <a:latin typeface="Arial"/>
                <a:ea typeface="Arial"/>
                <a:cs typeface="Arial"/>
              </a:defRPr>
            </a:lvl2pPr>
            <a:lvl3pPr>
              <a:defRPr sz="2550" b="1">
                <a:solidFill>
                  <a:srgbClr val="64A7FF"/>
                </a:solidFill>
                <a:latin typeface="Arial"/>
                <a:ea typeface="Arial"/>
                <a:cs typeface="Arial"/>
              </a:defRPr>
            </a:lvl3pPr>
            <a:lvl4pPr>
              <a:defRPr sz="2550" b="1">
                <a:solidFill>
                  <a:srgbClr val="64A7FF"/>
                </a:solidFill>
                <a:latin typeface="Arial"/>
                <a:ea typeface="Arial"/>
                <a:cs typeface="Arial"/>
              </a:defRPr>
            </a:lvl4pPr>
            <a:lvl5pPr>
              <a:defRPr sz="2550" b="1">
                <a:solidFill>
                  <a:srgbClr val="64A7FF"/>
                </a:solidFill>
                <a:latin typeface="Arial"/>
                <a:ea typeface="Arial"/>
                <a:cs typeface="Arial"/>
              </a:defRPr>
            </a:lvl5pPr>
            <a:lvl6pPr>
              <a:defRPr sz="2550" b="1">
                <a:solidFill>
                  <a:srgbClr val="64A7FF"/>
                </a:solidFill>
                <a:latin typeface="Arial"/>
                <a:ea typeface="Arial"/>
                <a:cs typeface="Arial"/>
              </a:defRPr>
            </a:lvl6pPr>
            <a:lvl7pPr>
              <a:defRPr sz="2550" b="1">
                <a:solidFill>
                  <a:srgbClr val="64A7FF"/>
                </a:solidFill>
                <a:latin typeface="Arial"/>
                <a:ea typeface="Arial"/>
                <a:cs typeface="Arial"/>
              </a:defRPr>
            </a:lvl7pPr>
            <a:lvl8pPr>
              <a:defRPr sz="2550" b="1">
                <a:solidFill>
                  <a:srgbClr val="64A7FF"/>
                </a:solidFill>
                <a:latin typeface="Arial"/>
                <a:ea typeface="Arial"/>
                <a:cs typeface="Arial"/>
              </a:defRPr>
            </a:lvl8pPr>
            <a:lvl9pPr>
              <a:defRPr sz="2550" b="1">
                <a:solidFill>
                  <a:srgbClr val="64A7FF"/>
                </a:solidFill>
                <a:latin typeface="Arial"/>
                <a:ea typeface="Arial"/>
                <a:cs typeface="Arial"/>
              </a:defRPr>
            </a:lvl9pPr>
          </a:lstStyle>
          <a:p xmlns:a="http://schemas.openxmlformats.org/drawingml/2006/main">
            <a:pPr>
              <a:defRPr sz="2550" b="1">
                <a:solidFill>
                  <a:srgbClr val="64A7FF"/>
                </a:solidFill>
                <a:latin typeface="Arial"/>
                <a:ea typeface="Arial"/>
                <a:cs typeface="Arial"/>
              </a:defRPr>
            </a:pPr>
            <a:r>
              <a:rPr sz="2550" b="1">
                <a:solidFill>
                  <a:srgbClr val="64A7FF"/>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DEBA2AAC-7167-4B4F-9AFD-D774AB93E875}"/>
              </a:ext>
            </a:extLst>
          </p:cNvPr>
          <p:cNvSpPr>
            <a:spLocks xmlns:a="http://schemas.openxmlformats.org/drawingml/2006/main" noGrp="1"/>
          </p:cNvSpPr>
          <p:nvPr/>
        </p:nvSpPr>
        <p:spPr>
          <a:xfrm xmlns:a="http://schemas.openxmlformats.org/drawingml/2006/main">
            <a:off x="1714500" y="28098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4F7FC"/>
                </a:solidFill>
                <a:latin typeface="Arial"/>
                <a:ea typeface="Arial"/>
                <a:cs typeface="Arial"/>
              </a:defRPr>
            </a:defPPr>
            <a:lvl1pPr>
              <a:defRPr sz="2400" b="0">
                <a:solidFill>
                  <a:srgbClr val="F4F7FC"/>
                </a:solidFill>
                <a:latin typeface="Arial"/>
                <a:ea typeface="Arial"/>
                <a:cs typeface="Arial"/>
              </a:defRPr>
            </a:lvl1pPr>
            <a:lvl2pPr>
              <a:defRPr sz="2400" b="0">
                <a:solidFill>
                  <a:srgbClr val="F4F7FC"/>
                </a:solidFill>
                <a:latin typeface="Arial"/>
                <a:ea typeface="Arial"/>
                <a:cs typeface="Arial"/>
              </a:defRPr>
            </a:lvl2pPr>
            <a:lvl3pPr>
              <a:defRPr sz="2400" b="0">
                <a:solidFill>
                  <a:srgbClr val="F4F7FC"/>
                </a:solidFill>
                <a:latin typeface="Arial"/>
                <a:ea typeface="Arial"/>
                <a:cs typeface="Arial"/>
              </a:defRPr>
            </a:lvl3pPr>
            <a:lvl4pPr>
              <a:defRPr sz="2400" b="0">
                <a:solidFill>
                  <a:srgbClr val="F4F7FC"/>
                </a:solidFill>
                <a:latin typeface="Arial"/>
                <a:ea typeface="Arial"/>
                <a:cs typeface="Arial"/>
              </a:defRPr>
            </a:lvl4pPr>
            <a:lvl5pPr>
              <a:defRPr sz="2400" b="0">
                <a:solidFill>
                  <a:srgbClr val="F4F7FC"/>
                </a:solidFill>
                <a:latin typeface="Arial"/>
                <a:ea typeface="Arial"/>
                <a:cs typeface="Arial"/>
              </a:defRPr>
            </a:lvl5pPr>
            <a:lvl6pPr>
              <a:defRPr sz="2400" b="0">
                <a:solidFill>
                  <a:srgbClr val="F4F7FC"/>
                </a:solidFill>
                <a:latin typeface="Arial"/>
                <a:ea typeface="Arial"/>
                <a:cs typeface="Arial"/>
              </a:defRPr>
            </a:lvl6pPr>
            <a:lvl7pPr>
              <a:defRPr sz="2400" b="0">
                <a:solidFill>
                  <a:srgbClr val="F4F7FC"/>
                </a:solidFill>
                <a:latin typeface="Arial"/>
                <a:ea typeface="Arial"/>
                <a:cs typeface="Arial"/>
              </a:defRPr>
            </a:lvl7pPr>
            <a:lvl8pPr>
              <a:defRPr sz="2400" b="0">
                <a:solidFill>
                  <a:srgbClr val="F4F7FC"/>
                </a:solidFill>
                <a:latin typeface="Arial"/>
                <a:ea typeface="Arial"/>
                <a:cs typeface="Arial"/>
              </a:defRPr>
            </a:lvl8pPr>
            <a:lvl9pPr>
              <a:defRPr sz="2400" b="0">
                <a:solidFill>
                  <a:srgbClr val="F4F7FC"/>
                </a:solidFill>
                <a:latin typeface="Arial"/>
                <a:ea typeface="Arial"/>
                <a:cs typeface="Arial"/>
              </a:defRPr>
            </a:lvl9pPr>
          </a:lstStyle>
          <a:p xmlns:a="http://schemas.openxmlformats.org/drawingml/2006/main">
            <a:pPr>
              <a:defRPr sz="2400" b="0">
                <a:solidFill>
                  <a:srgbClr val="F4F7FC"/>
                </a:solidFill>
                <a:latin typeface="Arial"/>
                <a:ea typeface="Arial"/>
                <a:cs typeface="Arial"/>
              </a:defRPr>
            </a:pPr>
            <a:r>
              <a:rPr sz="2400" b="0">
                <a:solidFill>
                  <a:srgbClr val="F4F7FC"/>
                </a:solidFill>
                <a:latin typeface="Arial"/>
                <a:ea typeface="Arial"/>
                <a:cs typeface="Arial"/>
              </a:rPr>
              <a:t>Comprovar recriação de Pod e rollback</a:t>
            </a:r>
          </a:p>
        </p:txBody>
      </p:sp>
      <p:sp>
        <p:nvSpPr>
          <p:cNvPr id="7" name="">
            <a:extLst xmlns:a="http://schemas.openxmlformats.org/drawingml/2006/main">
              <a:ext uri="{FF2B5EF4-FFF2-40B4-BE49-F238E27FC236}">
                <a16:creationId xmlns:a16="http://schemas.microsoft.com/office/drawing/2014/main" id="{E0DC6679-EC88-4A15-AA32-58114C5F6976}"/>
              </a:ext>
            </a:extLst>
          </p:cNvPr>
          <p:cNvSpPr>
            <a:spLocks xmlns:a="http://schemas.openxmlformats.org/drawingml/2006/main" noGrp="1"/>
          </p:cNvSpPr>
          <p:nvPr/>
        </p:nvSpPr>
        <p:spPr>
          <a:xfrm xmlns:a="http://schemas.openxmlformats.org/drawingml/2006/main">
            <a:off x="685800" y="371475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4A7FF"/>
                </a:solidFill>
                <a:latin typeface="Arial"/>
                <a:ea typeface="Arial"/>
                <a:cs typeface="Arial"/>
              </a:defRPr>
            </a:defPPr>
            <a:lvl1pPr>
              <a:defRPr sz="2550" b="1">
                <a:solidFill>
                  <a:srgbClr val="64A7FF"/>
                </a:solidFill>
                <a:latin typeface="Arial"/>
                <a:ea typeface="Arial"/>
                <a:cs typeface="Arial"/>
              </a:defRPr>
            </a:lvl1pPr>
            <a:lvl2pPr>
              <a:defRPr sz="2550" b="1">
                <a:solidFill>
                  <a:srgbClr val="64A7FF"/>
                </a:solidFill>
                <a:latin typeface="Arial"/>
                <a:ea typeface="Arial"/>
                <a:cs typeface="Arial"/>
              </a:defRPr>
            </a:lvl2pPr>
            <a:lvl3pPr>
              <a:defRPr sz="2550" b="1">
                <a:solidFill>
                  <a:srgbClr val="64A7FF"/>
                </a:solidFill>
                <a:latin typeface="Arial"/>
                <a:ea typeface="Arial"/>
                <a:cs typeface="Arial"/>
              </a:defRPr>
            </a:lvl3pPr>
            <a:lvl4pPr>
              <a:defRPr sz="2550" b="1">
                <a:solidFill>
                  <a:srgbClr val="64A7FF"/>
                </a:solidFill>
                <a:latin typeface="Arial"/>
                <a:ea typeface="Arial"/>
                <a:cs typeface="Arial"/>
              </a:defRPr>
            </a:lvl4pPr>
            <a:lvl5pPr>
              <a:defRPr sz="2550" b="1">
                <a:solidFill>
                  <a:srgbClr val="64A7FF"/>
                </a:solidFill>
                <a:latin typeface="Arial"/>
                <a:ea typeface="Arial"/>
                <a:cs typeface="Arial"/>
              </a:defRPr>
            </a:lvl5pPr>
            <a:lvl6pPr>
              <a:defRPr sz="2550" b="1">
                <a:solidFill>
                  <a:srgbClr val="64A7FF"/>
                </a:solidFill>
                <a:latin typeface="Arial"/>
                <a:ea typeface="Arial"/>
                <a:cs typeface="Arial"/>
              </a:defRPr>
            </a:lvl6pPr>
            <a:lvl7pPr>
              <a:defRPr sz="2550" b="1">
                <a:solidFill>
                  <a:srgbClr val="64A7FF"/>
                </a:solidFill>
                <a:latin typeface="Arial"/>
                <a:ea typeface="Arial"/>
                <a:cs typeface="Arial"/>
              </a:defRPr>
            </a:lvl7pPr>
            <a:lvl8pPr>
              <a:defRPr sz="2550" b="1">
                <a:solidFill>
                  <a:srgbClr val="64A7FF"/>
                </a:solidFill>
                <a:latin typeface="Arial"/>
                <a:ea typeface="Arial"/>
                <a:cs typeface="Arial"/>
              </a:defRPr>
            </a:lvl8pPr>
            <a:lvl9pPr>
              <a:defRPr sz="2550" b="1">
                <a:solidFill>
                  <a:srgbClr val="64A7FF"/>
                </a:solidFill>
                <a:latin typeface="Arial"/>
                <a:ea typeface="Arial"/>
                <a:cs typeface="Arial"/>
              </a:defRPr>
            </a:lvl9pPr>
          </a:lstStyle>
          <a:p xmlns:a="http://schemas.openxmlformats.org/drawingml/2006/main">
            <a:pPr>
              <a:defRPr sz="2550" b="1">
                <a:solidFill>
                  <a:srgbClr val="64A7FF"/>
                </a:solidFill>
                <a:latin typeface="Arial"/>
                <a:ea typeface="Arial"/>
                <a:cs typeface="Arial"/>
              </a:defRPr>
            </a:pPr>
            <a:r>
              <a:rPr sz="2550" b="1">
                <a:solidFill>
                  <a:srgbClr val="64A7FF"/>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69BA5A2C-C694-443E-8AA7-19CCDC9D17CA}"/>
              </a:ext>
            </a:extLst>
          </p:cNvPr>
          <p:cNvSpPr>
            <a:spLocks xmlns:a="http://schemas.openxmlformats.org/drawingml/2006/main" noGrp="1"/>
          </p:cNvSpPr>
          <p:nvPr/>
        </p:nvSpPr>
        <p:spPr>
          <a:xfrm xmlns:a="http://schemas.openxmlformats.org/drawingml/2006/main">
            <a:off x="1714500" y="37147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4F7FC"/>
                </a:solidFill>
                <a:latin typeface="Arial"/>
                <a:ea typeface="Arial"/>
                <a:cs typeface="Arial"/>
              </a:defRPr>
            </a:defPPr>
            <a:lvl1pPr>
              <a:defRPr sz="2400" b="0">
                <a:solidFill>
                  <a:srgbClr val="F4F7FC"/>
                </a:solidFill>
                <a:latin typeface="Arial"/>
                <a:ea typeface="Arial"/>
                <a:cs typeface="Arial"/>
              </a:defRPr>
            </a:lvl1pPr>
            <a:lvl2pPr>
              <a:defRPr sz="2400" b="0">
                <a:solidFill>
                  <a:srgbClr val="F4F7FC"/>
                </a:solidFill>
                <a:latin typeface="Arial"/>
                <a:ea typeface="Arial"/>
                <a:cs typeface="Arial"/>
              </a:defRPr>
            </a:lvl2pPr>
            <a:lvl3pPr>
              <a:defRPr sz="2400" b="0">
                <a:solidFill>
                  <a:srgbClr val="F4F7FC"/>
                </a:solidFill>
                <a:latin typeface="Arial"/>
                <a:ea typeface="Arial"/>
                <a:cs typeface="Arial"/>
              </a:defRPr>
            </a:lvl3pPr>
            <a:lvl4pPr>
              <a:defRPr sz="2400" b="0">
                <a:solidFill>
                  <a:srgbClr val="F4F7FC"/>
                </a:solidFill>
                <a:latin typeface="Arial"/>
                <a:ea typeface="Arial"/>
                <a:cs typeface="Arial"/>
              </a:defRPr>
            </a:lvl4pPr>
            <a:lvl5pPr>
              <a:defRPr sz="2400" b="0">
                <a:solidFill>
                  <a:srgbClr val="F4F7FC"/>
                </a:solidFill>
                <a:latin typeface="Arial"/>
                <a:ea typeface="Arial"/>
                <a:cs typeface="Arial"/>
              </a:defRPr>
            </a:lvl5pPr>
            <a:lvl6pPr>
              <a:defRPr sz="2400" b="0">
                <a:solidFill>
                  <a:srgbClr val="F4F7FC"/>
                </a:solidFill>
                <a:latin typeface="Arial"/>
                <a:ea typeface="Arial"/>
                <a:cs typeface="Arial"/>
              </a:defRPr>
            </a:lvl6pPr>
            <a:lvl7pPr>
              <a:defRPr sz="2400" b="0">
                <a:solidFill>
                  <a:srgbClr val="F4F7FC"/>
                </a:solidFill>
                <a:latin typeface="Arial"/>
                <a:ea typeface="Arial"/>
                <a:cs typeface="Arial"/>
              </a:defRPr>
            </a:lvl7pPr>
            <a:lvl8pPr>
              <a:defRPr sz="2400" b="0">
                <a:solidFill>
                  <a:srgbClr val="F4F7FC"/>
                </a:solidFill>
                <a:latin typeface="Arial"/>
                <a:ea typeface="Arial"/>
                <a:cs typeface="Arial"/>
              </a:defRPr>
            </a:lvl8pPr>
            <a:lvl9pPr>
              <a:defRPr sz="2400" b="0">
                <a:solidFill>
                  <a:srgbClr val="F4F7FC"/>
                </a:solidFill>
                <a:latin typeface="Arial"/>
                <a:ea typeface="Arial"/>
                <a:cs typeface="Arial"/>
              </a:defRPr>
            </a:lvl9pPr>
          </a:lstStyle>
          <a:p xmlns:a="http://schemas.openxmlformats.org/drawingml/2006/main">
            <a:pPr>
              <a:defRPr sz="2400" b="0">
                <a:solidFill>
                  <a:srgbClr val="F4F7FC"/>
                </a:solidFill>
                <a:latin typeface="Arial"/>
                <a:ea typeface="Arial"/>
                <a:cs typeface="Arial"/>
              </a:defRPr>
            </a:pPr>
            <a:r>
              <a:rPr sz="2400" b="0">
                <a:solidFill>
                  <a:srgbClr val="F4F7FC"/>
                </a:solidFill>
                <a:latin typeface="Arial"/>
                <a:ea typeface="Arial"/>
                <a:cs typeface="Arial"/>
              </a:rPr>
              <a:t>Comparar atendimento sob demanda constante</a:t>
            </a:r>
          </a:p>
        </p:txBody>
      </p:sp>
      <p:sp>
        <p:nvSpPr>
          <p:cNvPr id="9" name="">
            <a:extLst xmlns:a="http://schemas.openxmlformats.org/drawingml/2006/main">
              <a:ext uri="{FF2B5EF4-FFF2-40B4-BE49-F238E27FC236}">
                <a16:creationId xmlns:a16="http://schemas.microsoft.com/office/drawing/2014/main" id="{B9C2C846-E86F-4F86-8265-6D96F6528973}"/>
              </a:ext>
            </a:extLst>
          </p:cNvPr>
          <p:cNvSpPr>
            <a:spLocks xmlns:a="http://schemas.openxmlformats.org/drawingml/2006/main" noGrp="1"/>
          </p:cNvSpPr>
          <p:nvPr/>
        </p:nvSpPr>
        <p:spPr>
          <a:xfrm xmlns:a="http://schemas.openxmlformats.org/drawingml/2006/main">
            <a:off x="685800" y="461962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4A7FF"/>
                </a:solidFill>
                <a:latin typeface="Arial"/>
                <a:ea typeface="Arial"/>
                <a:cs typeface="Arial"/>
              </a:defRPr>
            </a:defPPr>
            <a:lvl1pPr>
              <a:defRPr sz="2550" b="1">
                <a:solidFill>
                  <a:srgbClr val="64A7FF"/>
                </a:solidFill>
                <a:latin typeface="Arial"/>
                <a:ea typeface="Arial"/>
                <a:cs typeface="Arial"/>
              </a:defRPr>
            </a:lvl1pPr>
            <a:lvl2pPr>
              <a:defRPr sz="2550" b="1">
                <a:solidFill>
                  <a:srgbClr val="64A7FF"/>
                </a:solidFill>
                <a:latin typeface="Arial"/>
                <a:ea typeface="Arial"/>
                <a:cs typeface="Arial"/>
              </a:defRPr>
            </a:lvl2pPr>
            <a:lvl3pPr>
              <a:defRPr sz="2550" b="1">
                <a:solidFill>
                  <a:srgbClr val="64A7FF"/>
                </a:solidFill>
                <a:latin typeface="Arial"/>
                <a:ea typeface="Arial"/>
                <a:cs typeface="Arial"/>
              </a:defRPr>
            </a:lvl3pPr>
            <a:lvl4pPr>
              <a:defRPr sz="2550" b="1">
                <a:solidFill>
                  <a:srgbClr val="64A7FF"/>
                </a:solidFill>
                <a:latin typeface="Arial"/>
                <a:ea typeface="Arial"/>
                <a:cs typeface="Arial"/>
              </a:defRPr>
            </a:lvl4pPr>
            <a:lvl5pPr>
              <a:defRPr sz="2550" b="1">
                <a:solidFill>
                  <a:srgbClr val="64A7FF"/>
                </a:solidFill>
                <a:latin typeface="Arial"/>
                <a:ea typeface="Arial"/>
                <a:cs typeface="Arial"/>
              </a:defRPr>
            </a:lvl5pPr>
            <a:lvl6pPr>
              <a:defRPr sz="2550" b="1">
                <a:solidFill>
                  <a:srgbClr val="64A7FF"/>
                </a:solidFill>
                <a:latin typeface="Arial"/>
                <a:ea typeface="Arial"/>
                <a:cs typeface="Arial"/>
              </a:defRPr>
            </a:lvl6pPr>
            <a:lvl7pPr>
              <a:defRPr sz="2550" b="1">
                <a:solidFill>
                  <a:srgbClr val="64A7FF"/>
                </a:solidFill>
                <a:latin typeface="Arial"/>
                <a:ea typeface="Arial"/>
                <a:cs typeface="Arial"/>
              </a:defRPr>
            </a:lvl7pPr>
            <a:lvl8pPr>
              <a:defRPr sz="2550" b="1">
                <a:solidFill>
                  <a:srgbClr val="64A7FF"/>
                </a:solidFill>
                <a:latin typeface="Arial"/>
                <a:ea typeface="Arial"/>
                <a:cs typeface="Arial"/>
              </a:defRPr>
            </a:lvl8pPr>
            <a:lvl9pPr>
              <a:defRPr sz="2550" b="1">
                <a:solidFill>
                  <a:srgbClr val="64A7FF"/>
                </a:solidFill>
                <a:latin typeface="Arial"/>
                <a:ea typeface="Arial"/>
                <a:cs typeface="Arial"/>
              </a:defRPr>
            </a:lvl9pPr>
          </a:lstStyle>
          <a:p xmlns:a="http://schemas.openxmlformats.org/drawingml/2006/main">
            <a:pPr>
              <a:defRPr sz="2550" b="1">
                <a:solidFill>
                  <a:srgbClr val="64A7FF"/>
                </a:solidFill>
                <a:latin typeface="Arial"/>
                <a:ea typeface="Arial"/>
                <a:cs typeface="Arial"/>
              </a:defRPr>
            </a:pPr>
            <a:r>
              <a:rPr sz="2550" b="1">
                <a:solidFill>
                  <a:srgbClr val="64A7FF"/>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C8349A95-0702-4BFC-9A4D-6F808C49DD98}"/>
              </a:ext>
            </a:extLst>
          </p:cNvPr>
          <p:cNvSpPr>
            <a:spLocks xmlns:a="http://schemas.openxmlformats.org/drawingml/2006/main" noGrp="1"/>
          </p:cNvSpPr>
          <p:nvPr/>
        </p:nvSpPr>
        <p:spPr>
          <a:xfrm xmlns:a="http://schemas.openxmlformats.org/drawingml/2006/main">
            <a:off x="1714500" y="461962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4F7FC"/>
                </a:solidFill>
                <a:latin typeface="Arial"/>
                <a:ea typeface="Arial"/>
                <a:cs typeface="Arial"/>
              </a:defRPr>
            </a:defPPr>
            <a:lvl1pPr>
              <a:defRPr sz="2400" b="0">
                <a:solidFill>
                  <a:srgbClr val="F4F7FC"/>
                </a:solidFill>
                <a:latin typeface="Arial"/>
                <a:ea typeface="Arial"/>
                <a:cs typeface="Arial"/>
              </a:defRPr>
            </a:lvl1pPr>
            <a:lvl2pPr>
              <a:defRPr sz="2400" b="0">
                <a:solidFill>
                  <a:srgbClr val="F4F7FC"/>
                </a:solidFill>
                <a:latin typeface="Arial"/>
                <a:ea typeface="Arial"/>
                <a:cs typeface="Arial"/>
              </a:defRPr>
            </a:lvl2pPr>
            <a:lvl3pPr>
              <a:defRPr sz="2400" b="0">
                <a:solidFill>
                  <a:srgbClr val="F4F7FC"/>
                </a:solidFill>
                <a:latin typeface="Arial"/>
                <a:ea typeface="Arial"/>
                <a:cs typeface="Arial"/>
              </a:defRPr>
            </a:lvl3pPr>
            <a:lvl4pPr>
              <a:defRPr sz="2400" b="0">
                <a:solidFill>
                  <a:srgbClr val="F4F7FC"/>
                </a:solidFill>
                <a:latin typeface="Arial"/>
                <a:ea typeface="Arial"/>
                <a:cs typeface="Arial"/>
              </a:defRPr>
            </a:lvl4pPr>
            <a:lvl5pPr>
              <a:defRPr sz="2400" b="0">
                <a:solidFill>
                  <a:srgbClr val="F4F7FC"/>
                </a:solidFill>
                <a:latin typeface="Arial"/>
                <a:ea typeface="Arial"/>
                <a:cs typeface="Arial"/>
              </a:defRPr>
            </a:lvl5pPr>
            <a:lvl6pPr>
              <a:defRPr sz="2400" b="0">
                <a:solidFill>
                  <a:srgbClr val="F4F7FC"/>
                </a:solidFill>
                <a:latin typeface="Arial"/>
                <a:ea typeface="Arial"/>
                <a:cs typeface="Arial"/>
              </a:defRPr>
            </a:lvl6pPr>
            <a:lvl7pPr>
              <a:defRPr sz="2400" b="0">
                <a:solidFill>
                  <a:srgbClr val="F4F7FC"/>
                </a:solidFill>
                <a:latin typeface="Arial"/>
                <a:ea typeface="Arial"/>
                <a:cs typeface="Arial"/>
              </a:defRPr>
            </a:lvl7pPr>
            <a:lvl8pPr>
              <a:defRPr sz="2400" b="0">
                <a:solidFill>
                  <a:srgbClr val="F4F7FC"/>
                </a:solidFill>
                <a:latin typeface="Arial"/>
                <a:ea typeface="Arial"/>
                <a:cs typeface="Arial"/>
              </a:defRPr>
            </a:lvl8pPr>
            <a:lvl9pPr>
              <a:defRPr sz="2400" b="0">
                <a:solidFill>
                  <a:srgbClr val="F4F7FC"/>
                </a:solidFill>
                <a:latin typeface="Arial"/>
                <a:ea typeface="Arial"/>
                <a:cs typeface="Arial"/>
              </a:defRPr>
            </a:lvl9pPr>
          </a:lstStyle>
          <a:p xmlns:a="http://schemas.openxmlformats.org/drawingml/2006/main">
            <a:pPr>
              <a:defRPr sz="2400" b="0">
                <a:solidFill>
                  <a:srgbClr val="F4F7FC"/>
                </a:solidFill>
                <a:latin typeface="Arial"/>
                <a:ea typeface="Arial"/>
                <a:cs typeface="Arial"/>
              </a:defRPr>
            </a:pPr>
            <a:r>
              <a:rPr sz="2400" b="0">
                <a:solidFill>
                  <a:srgbClr val="F4F7FC"/>
                </a:solidFill>
                <a:latin typeface="Arial"/>
                <a:ea typeface="Arial"/>
                <a:cs typeface="Arial"/>
              </a:rPr>
              <a:t>Escolher capacidade com base nas evidências</a:t>
            </a:r>
          </a:p>
        </p:txBody>
      </p:sp>
    </p:spTree>
    <p:extLst>
      <p:ext uri="{BB962C8B-B14F-4D97-AF65-F5344CB8AC3E}">
        <p14:creationId xmlns:p14="http://schemas.microsoft.com/office/powerpoint/2010/main" val="1141217019"/>
      </p:ext>
    </p:extLst>
  </p:cSld>
</p:sld>
</file>

<file path=ppt/slides/slide4.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CDE9572-B9C9-4D23-B78A-DEB432861555}"/>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Tecnologias e responsabilidades</a:t>
            </a:r>
          </a:p>
        </p:txBody>
      </p:sp>
      <p:sp>
        <p:nvSpPr>
          <p:cNvPr id="2" name="">
            <a:extLst xmlns:a="http://schemas.openxmlformats.org/drawingml/2006/main">
              <a:ext uri="{FF2B5EF4-FFF2-40B4-BE49-F238E27FC236}">
                <a16:creationId xmlns:a16="http://schemas.microsoft.com/office/drawing/2014/main" id="{A3D625D8-7350-40D1-872E-70BCBB43B102}"/>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9C7A49F4-21C1-43ED-AE98-DB1FED546531}"/>
              </a:ext>
            </a:extLst>
          </p:cNvPr>
          <p:cNvGraphicFramePr/>
          <p:nvPr/>
        </p:nvGraphicFramePr>
        <p:xfrm>
          <a:off xmlns:a="http://schemas.openxmlformats.org/drawingml/2006/main" x="685800" y="1714500"/>
          <a:ext xmlns:a="http://schemas.openxmlformats.org/drawingml/2006/main" cx="10820400" cy="3333750"/>
        </p:xfrm>
        <a:graphic xmlns:a="http://schemas.openxmlformats.org/drawingml/2006/main">
          <a:graphicData uri="http://schemas.openxmlformats.org/drawingml/2006/table">
            <a:tbl>
              <a:tblPr/>
              <a:tblGrid>
                <a:gridCol w="5410200"/>
                <a:gridCol w="5410200"/>
              </a:tblGrid>
              <a:tr h="666750">
                <a:tc>
                  <a:txBody>
                    <a:bodyPr/>
                    <a:lstStyle/>
                    <a:p>
                      <a:r>
                        <a:rPr sz="1800" b="1">
                          <a:solidFill>
                            <a:srgbClr val="F4F7FC"/>
                          </a:solidFill>
                          <a:latin typeface="Arial"/>
                          <a:ea typeface="Arial"/>
                          <a:cs typeface="Arial"/>
                        </a:rPr>
                        <a:t>Tecnologia</a:t>
                      </a:r>
                    </a:p>
                  </a:txBody>
                  <a:tcPr marL="91440" marR="91440" marT="45720" marB="45720">
                    <a:solidFill>
                      <a:srgbClr val="244C7E"/>
                    </a:solidFill>
                  </a:tcPr>
                </a:tc>
                <a:tc>
                  <a:txBody>
                    <a:bodyPr/>
                    <a:lstStyle/>
                    <a:p>
                      <a:r>
                        <a:rPr sz="1800" b="1">
                          <a:solidFill>
                            <a:srgbClr val="F4F7FC"/>
                          </a:solidFill>
                          <a:latin typeface="Arial"/>
                          <a:ea typeface="Arial"/>
                          <a:cs typeface="Arial"/>
                        </a:rPr>
                        <a:t>Papel no laboratório</a:t>
                      </a:r>
                    </a:p>
                  </a:txBody>
                  <a:tcPr marL="91440" marR="91440" marT="45720" marB="45720">
                    <a:solidFill>
                      <a:srgbClr val="244C7E"/>
                    </a:solidFill>
                  </a:tcPr>
                </a:tc>
              </a:tr>
              <a:tr h="666750">
                <a:tc>
                  <a:txBody>
                    <a:bodyPr/>
                    <a:lstStyle/>
                    <a:p>
                      <a:r>
                        <a:rPr sz="1800" b="0">
                          <a:solidFill>
                            <a:srgbClr val="F4F7FC"/>
                          </a:solidFill>
                          <a:latin typeface="Arial"/>
                          <a:ea typeface="Arial"/>
                          <a:cs typeface="Arial"/>
                        </a:rPr>
                        <a:t>Docker</a:t>
                      </a:r>
                    </a:p>
                  </a:txBody>
                  <a:tcPr marL="91440" marR="91440" marT="45720" marB="45720">
                    <a:solidFill>
                      <a:srgbClr val="11243C"/>
                    </a:solidFill>
                  </a:tcPr>
                </a:tc>
                <a:tc>
                  <a:txBody>
                    <a:bodyPr/>
                    <a:lstStyle/>
                    <a:p>
                      <a:r>
                        <a:rPr sz="1800" b="0">
                          <a:solidFill>
                            <a:srgbClr val="F4F7FC"/>
                          </a:solidFill>
                          <a:latin typeface="Arial"/>
                          <a:ea typeface="Arial"/>
                          <a:cs typeface="Arial"/>
                        </a:rPr>
                        <a:t>Imagem rotas:1.0 e nó do Minikube</a:t>
                      </a:r>
                    </a:p>
                  </a:txBody>
                  <a:tcPr marL="91440" marR="91440" marT="45720" marB="45720">
                    <a:solidFill>
                      <a:srgbClr val="11243C"/>
                    </a:solidFill>
                  </a:tcPr>
                </a:tc>
              </a:tr>
              <a:tr h="666750">
                <a:tc>
                  <a:txBody>
                    <a:bodyPr/>
                    <a:lstStyle/>
                    <a:p>
                      <a:r>
                        <a:rPr sz="1800" b="0">
                          <a:solidFill>
                            <a:srgbClr val="F4F7FC"/>
                          </a:solidFill>
                          <a:latin typeface="Arial"/>
                          <a:ea typeface="Arial"/>
                          <a:cs typeface="Arial"/>
                        </a:rPr>
                        <a:t>Minikube e kubectl</a:t>
                      </a:r>
                    </a:p>
                  </a:txBody>
                  <a:tcPr marL="91440" marR="91440" marT="45720" marB="45720">
                    <a:solidFill>
                      <a:srgbClr val="172E49"/>
                    </a:solidFill>
                  </a:tcPr>
                </a:tc>
                <a:tc>
                  <a:txBody>
                    <a:bodyPr/>
                    <a:lstStyle/>
                    <a:p>
                      <a:r>
                        <a:rPr sz="1800" b="0">
                          <a:solidFill>
                            <a:srgbClr val="F4F7FC"/>
                          </a:solidFill>
                          <a:latin typeface="Arial"/>
                          <a:ea typeface="Arial"/>
                          <a:cs typeface="Arial"/>
                        </a:rPr>
                        <a:t>Cluster local e administração da API</a:t>
                      </a:r>
                    </a:p>
                  </a:txBody>
                  <a:tcPr marL="91440" marR="91440" marT="45720" marB="45720">
                    <a:solidFill>
                      <a:srgbClr val="172E49"/>
                    </a:solidFill>
                  </a:tcPr>
                </a:tc>
              </a:tr>
              <a:tr h="666750">
                <a:tc>
                  <a:txBody>
                    <a:bodyPr/>
                    <a:lstStyle/>
                    <a:p>
                      <a:r>
                        <a:rPr sz="1800" b="0">
                          <a:solidFill>
                            <a:srgbClr val="F4F7FC"/>
                          </a:solidFill>
                          <a:latin typeface="Arial"/>
                          <a:ea typeface="Arial"/>
                          <a:cs typeface="Arial"/>
                        </a:rPr>
                        <a:t>Python 3.12</a:t>
                      </a:r>
                    </a:p>
                  </a:txBody>
                  <a:tcPr marL="91440" marR="91440" marT="45720" marB="45720">
                    <a:solidFill>
                      <a:srgbClr val="11243C"/>
                    </a:solidFill>
                  </a:tcPr>
                </a:tc>
                <a:tc>
                  <a:txBody>
                    <a:bodyPr/>
                    <a:lstStyle/>
                    <a:p>
                      <a:r>
                        <a:rPr sz="1800" b="0">
                          <a:solidFill>
                            <a:srgbClr val="F4F7FC"/>
                          </a:solidFill>
                          <a:latin typeface="Arial"/>
                          <a:ea typeface="Arial"/>
                          <a:cs typeface="Arial"/>
                        </a:rPr>
                        <a:t>Aplicação fornecida, sem bibliotecas externas</a:t>
                      </a:r>
                    </a:p>
                  </a:txBody>
                  <a:tcPr marL="91440" marR="91440" marT="45720" marB="45720">
                    <a:solidFill>
                      <a:srgbClr val="11243C"/>
                    </a:solidFill>
                  </a:tcPr>
                </a:tc>
              </a:tr>
              <a:tr h="666750">
                <a:tc>
                  <a:txBody>
                    <a:bodyPr/>
                    <a:lstStyle/>
                    <a:p>
                      <a:r>
                        <a:rPr sz="1800" b="0">
                          <a:solidFill>
                            <a:srgbClr val="F4F7FC"/>
                          </a:solidFill>
                          <a:latin typeface="Arial"/>
                          <a:ea typeface="Arial"/>
                          <a:cs typeface="Arial"/>
                        </a:rPr>
                        <a:t>Grafana k6 1.0.0</a:t>
                      </a:r>
                    </a:p>
                  </a:txBody>
                  <a:tcPr marL="91440" marR="91440" marT="45720" marB="45720">
                    <a:solidFill>
                      <a:srgbClr val="172E49"/>
                    </a:solidFill>
                  </a:tcPr>
                </a:tc>
                <a:tc>
                  <a:txBody>
                    <a:bodyPr/>
                    <a:lstStyle/>
                    <a:p>
                      <a:r>
                        <a:rPr sz="1800" b="0">
                          <a:solidFill>
                            <a:srgbClr val="F4F7FC"/>
                          </a:solidFill>
                          <a:latin typeface="Arial"/>
                          <a:ea typeface="Arial"/>
                          <a:cs typeface="Arial"/>
                        </a:rPr>
                        <a:t>Gerador de carga como Job no cluster</a:t>
                      </a:r>
                    </a:p>
                  </a:txBody>
                  <a:tcPr marL="91440" marR="91440" marT="45720" marB="45720">
                    <a:solidFill>
                      <a:srgbClr val="172E49"/>
                    </a:solidFill>
                  </a:tcPr>
                </a:tc>
              </a:tr>
            </a:tbl>
          </a:graphicData>
        </a:graphic>
      </p:graphicFrame>
    </p:spTree>
    <p:extLst>
      <p:ext uri="{BB962C8B-B14F-4D97-AF65-F5344CB8AC3E}">
        <p14:creationId xmlns:p14="http://schemas.microsoft.com/office/powerpoint/2010/main" val="502436300"/>
      </p:ext>
    </p:extLst>
  </p:cSld>
</p:sld>
</file>

<file path=ppt/slides/slide5.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F32AD511-499B-4831-8F00-3869758C17A3}"/>
              </a:ext>
            </a:extLst>
          </p:cNvPr>
          <p:cNvCxnSpPr>
            <a:stCxn xmlns:a="http://schemas.openxmlformats.org/drawingml/2006/main" id="5" idx="3"/>
            <a:endCxn xmlns:a="http://schemas.openxmlformats.org/drawingml/2006/main" id="10" idx="1"/>
          </p:cNvCxnSpPr>
          <p:nvPr/>
        </p:nvCxnSpPr>
        <p:spPr>
          <a:xfrm xmlns:a="http://schemas.openxmlformats.org/drawingml/2006/main">
            <a:off x="6953250" y="4333875"/>
            <a:ext cx="1905000" cy="1166813"/>
          </a:xfrm>
          <a:prstGeom xmlns:a="http://schemas.openxmlformats.org/drawingml/2006/main" prst="bentConnector3">
            <a:avLst>
              <a:gd name="adj1" fmla="val 50000"/>
            </a:avLst>
          </a:prstGeom>
          <a:ln xmlns:a="http://schemas.openxmlformats.org/drawingml/2006/main" w="19050">
            <a:solidFill>
              <a:srgbClr val="64A7FF"/>
            </a:solidFill>
            <a:tailEnd type="arrow" w="med" len="med"/>
          </a:ln>
        </p:spPr>
      </p:cxnSp>
      <p:cxnSp>
        <p:nvCxnSpPr>
          <p:cNvPr id="15" name="">
            <a:extLst xmlns:a="http://schemas.openxmlformats.org/drawingml/2006/main">
              <a:ext uri="{FF2B5EF4-FFF2-40B4-BE49-F238E27FC236}">
                <a16:creationId xmlns:a16="http://schemas.microsoft.com/office/drawing/2014/main" id="{9B9CCCF8-E49B-428A-86F4-FAC9F90D5DE1}"/>
              </a:ext>
            </a:extLst>
          </p:cNvPr>
          <p:cNvCxnSpPr>
            <a:stCxn xmlns:a="http://schemas.openxmlformats.org/drawingml/2006/main" id="5" idx="3"/>
            <a:endCxn xmlns:a="http://schemas.openxmlformats.org/drawingml/2006/main" id="9" idx="1"/>
          </p:cNvCxnSpPr>
          <p:nvPr/>
        </p:nvCxnSpPr>
        <p:spPr>
          <a:xfrm xmlns:a="http://schemas.openxmlformats.org/drawingml/2006/main">
            <a:off x="6953250" y="4333875"/>
            <a:ext cx="1905000" cy="214313"/>
          </a:xfrm>
          <a:prstGeom xmlns:a="http://schemas.openxmlformats.org/drawingml/2006/main" prst="bentConnector3">
            <a:avLst>
              <a:gd name="adj1" fmla="val 50000"/>
            </a:avLst>
          </a:prstGeom>
          <a:ln xmlns:a="http://schemas.openxmlformats.org/drawingml/2006/main" w="19050">
            <a:solidFill>
              <a:srgbClr val="64A7FF"/>
            </a:solidFill>
            <a:tailEnd type="arrow" w="med" len="med"/>
          </a:ln>
        </p:spPr>
      </p:cxnSp>
      <p:cxnSp>
        <p:nvCxnSpPr>
          <p:cNvPr id="14" name="">
            <a:extLst xmlns:a="http://schemas.openxmlformats.org/drawingml/2006/main">
              <a:ext uri="{FF2B5EF4-FFF2-40B4-BE49-F238E27FC236}">
                <a16:creationId xmlns:a16="http://schemas.microsoft.com/office/drawing/2014/main" id="{E229BE12-8732-497D-9956-7834A7E111B2}"/>
              </a:ext>
            </a:extLst>
          </p:cNvPr>
          <p:cNvCxnSpPr>
            <a:stCxn xmlns:a="http://schemas.openxmlformats.org/drawingml/2006/main" id="5" idx="3"/>
            <a:endCxn xmlns:a="http://schemas.openxmlformats.org/drawingml/2006/main" id="8" idx="1"/>
          </p:cNvCxnSpPr>
          <p:nvPr/>
        </p:nvCxnSpPr>
        <p:spPr>
          <a:xfrm xmlns:a="http://schemas.openxmlformats.org/drawingml/2006/main" flipV="1">
            <a:off x="6953250" y="3595688"/>
            <a:ext cx="1905000" cy="738188"/>
          </a:xfrm>
          <a:prstGeom xmlns:a="http://schemas.openxmlformats.org/drawingml/2006/main" prst="bentConnector3">
            <a:avLst>
              <a:gd name="adj1" fmla="val 50000"/>
            </a:avLst>
          </a:prstGeom>
          <a:ln xmlns:a="http://schemas.openxmlformats.org/drawingml/2006/main" w="19050">
            <a:solidFill>
              <a:srgbClr val="64A7FF"/>
            </a:solidFill>
            <a:tailEnd type="arrow" w="med" len="med"/>
          </a:ln>
        </p:spPr>
      </p:cxnSp>
      <p:cxnSp>
        <p:nvCxnSpPr>
          <p:cNvPr id="13" name="">
            <a:extLst xmlns:a="http://schemas.openxmlformats.org/drawingml/2006/main">
              <a:ext uri="{FF2B5EF4-FFF2-40B4-BE49-F238E27FC236}">
                <a16:creationId xmlns:a16="http://schemas.microsoft.com/office/drawing/2014/main" id="{DADB2AE1-EA68-4C0C-8E5D-52CDAE51AA50}"/>
              </a:ext>
            </a:extLst>
          </p:cNvPr>
          <p:cNvCxnSpPr>
            <a:stCxn xmlns:a="http://schemas.openxmlformats.org/drawingml/2006/main" id="6" idx="2"/>
            <a:endCxn xmlns:a="http://schemas.openxmlformats.org/drawingml/2006/main" id="7" idx="0"/>
          </p:cNvCxnSpPr>
          <p:nvPr/>
        </p:nvCxnSpPr>
        <p:spPr>
          <a:xfrm xmlns:a="http://schemas.openxmlformats.org/drawingml/2006/main">
            <a:off x="10001250" y="2571750"/>
            <a:ext cx="0" cy="523875"/>
          </a:xfrm>
          <a:prstGeom xmlns:a="http://schemas.openxmlformats.org/drawingml/2006/main" prst="straightConnector1">
            <a:avLst/>
          </a:prstGeom>
          <a:ln xmlns:a="http://schemas.openxmlformats.org/drawingml/2006/main" w="19050">
            <a:solidFill>
              <a:srgbClr val="64A7FF"/>
            </a:solidFill>
            <a:tailEnd type="arrow" w="med" len="med"/>
          </a:ln>
        </p:spPr>
      </p:cxnSp>
      <p:cxnSp>
        <p:nvCxnSpPr>
          <p:cNvPr id="12" name="">
            <a:extLst xmlns:a="http://schemas.openxmlformats.org/drawingml/2006/main">
              <a:ext uri="{FF2B5EF4-FFF2-40B4-BE49-F238E27FC236}">
                <a16:creationId xmlns:a16="http://schemas.microsoft.com/office/drawing/2014/main" id="{B91F24F4-8FD4-467E-B2B8-36FF130A2FA8}"/>
              </a:ext>
            </a:extLst>
          </p:cNvPr>
          <p:cNvCxnSpPr>
            <a:stCxn xmlns:a="http://schemas.openxmlformats.org/drawingml/2006/main" id="4" idx="3"/>
            <a:endCxn xmlns:a="http://schemas.openxmlformats.org/drawingml/2006/main" id="5" idx="1"/>
          </p:cNvCxnSpPr>
          <p:nvPr/>
        </p:nvCxnSpPr>
        <p:spPr>
          <a:xfrm xmlns:a="http://schemas.openxmlformats.org/drawingml/2006/main">
            <a:off x="2971800" y="4333875"/>
            <a:ext cx="1409700" cy="0"/>
          </a:xfrm>
          <a:prstGeom xmlns:a="http://schemas.openxmlformats.org/drawingml/2006/main" prst="straightConnector1">
            <a:avLst/>
          </a:prstGeom>
          <a:ln xmlns:a="http://schemas.openxmlformats.org/drawingml/2006/main" w="19050">
            <a:solidFill>
              <a:srgbClr val="64A7FF"/>
            </a:solidFill>
            <a:tailEnd type="arrow" w="med" len="med"/>
          </a:ln>
        </p:spPr>
      </p:cxnSp>
      <p:cxnSp>
        <p:nvCxnSpPr>
          <p:cNvPr id="11" name="">
            <a:extLst xmlns:a="http://schemas.openxmlformats.org/drawingml/2006/main">
              <a:ext uri="{FF2B5EF4-FFF2-40B4-BE49-F238E27FC236}">
                <a16:creationId xmlns:a16="http://schemas.microsoft.com/office/drawing/2014/main" id="{822ACAF4-4A0E-4727-9838-026B04BE9CE5}"/>
              </a:ext>
            </a:extLst>
          </p:cNvPr>
          <p:cNvCxnSpPr>
            <a:stCxn xmlns:a="http://schemas.openxmlformats.org/drawingml/2006/main" id="3" idx="2"/>
            <a:endCxn xmlns:a="http://schemas.openxmlformats.org/drawingml/2006/main" id="4" idx="0"/>
          </p:cNvCxnSpPr>
          <p:nvPr/>
        </p:nvCxnSpPr>
        <p:spPr>
          <a:xfrm xmlns:a="http://schemas.openxmlformats.org/drawingml/2006/main">
            <a:off x="1828800" y="2905125"/>
            <a:ext cx="0" cy="952500"/>
          </a:xfrm>
          <a:prstGeom xmlns:a="http://schemas.openxmlformats.org/drawingml/2006/main" prst="straightConnector1">
            <a:avLst/>
          </a:prstGeom>
          <a:ln xmlns:a="http://schemas.openxmlformats.org/drawingml/2006/main" w="19050">
            <a:solidFill>
              <a:srgbClr val="64A7FF"/>
            </a:solidFill>
            <a:tailEnd type="arrow" w="med" len="med"/>
          </a:ln>
        </p:spPr>
      </p:cxnSp>
      <p:sp>
        <p:nvSpPr>
          <p:cNvPr id="18" name="">
            <a:extLst xmlns:a="http://schemas.openxmlformats.org/drawingml/2006/main">
              <a:ext uri="{FF2B5EF4-FFF2-40B4-BE49-F238E27FC236}">
                <a16:creationId xmlns:a16="http://schemas.microsoft.com/office/drawing/2014/main" id="{84F730B5-5CC9-4C24-9FFF-92D03CC638DC}"/>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Arquitetura do laboratório</a:t>
            </a:r>
          </a:p>
        </p:txBody>
      </p:sp>
      <p:sp>
        <p:nvSpPr>
          <p:cNvPr id="2" name="">
            <a:extLst xmlns:a="http://schemas.openxmlformats.org/drawingml/2006/main">
              <a:ext uri="{FF2B5EF4-FFF2-40B4-BE49-F238E27FC236}">
                <a16:creationId xmlns:a16="http://schemas.microsoft.com/office/drawing/2014/main" id="{691EFFC1-6B90-4B5B-BC9D-679455113428}"/>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E108A698-13A8-4BF3-867C-3349F20333BE}"/>
              </a:ext>
            </a:extLst>
          </p:cNvPr>
          <p:cNvSpPr>
            <a:spLocks xmlns:a="http://schemas.openxmlformats.org/drawingml/2006/main" noGrp="1"/>
          </p:cNvSpPr>
          <p:nvPr/>
        </p:nvSpPr>
        <p:spPr>
          <a:xfrm xmlns:a="http://schemas.openxmlformats.org/drawingml/2006/main">
            <a:off x="685800" y="1952625"/>
            <a:ext cx="2286000" cy="952500"/>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ConfigMap</a:t>
            </a:r>
          </a:p>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carga-script</a:t>
            </a:r>
          </a:p>
        </p:txBody>
      </p:sp>
      <p:sp>
        <p:nvSpPr>
          <p:cNvPr id="4" name="">
            <a:extLst xmlns:a="http://schemas.openxmlformats.org/drawingml/2006/main">
              <a:ext uri="{FF2B5EF4-FFF2-40B4-BE49-F238E27FC236}">
                <a16:creationId xmlns:a16="http://schemas.microsoft.com/office/drawing/2014/main" id="{0DA86596-BF2B-4DD0-A585-6FEB3354CB86}"/>
              </a:ext>
            </a:extLst>
          </p:cNvPr>
          <p:cNvSpPr>
            <a:spLocks xmlns:a="http://schemas.openxmlformats.org/drawingml/2006/main" noGrp="1"/>
          </p:cNvSpPr>
          <p:nvPr/>
        </p:nvSpPr>
        <p:spPr>
          <a:xfrm xmlns:a="http://schemas.openxmlformats.org/drawingml/2006/main">
            <a:off x="685800" y="3857625"/>
            <a:ext cx="2286000" cy="952500"/>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Job k6</a:t>
            </a:r>
          </a:p>
        </p:txBody>
      </p:sp>
      <p:sp>
        <p:nvSpPr>
          <p:cNvPr id="5" name="">
            <a:extLst xmlns:a="http://schemas.openxmlformats.org/drawingml/2006/main">
              <a:ext uri="{FF2B5EF4-FFF2-40B4-BE49-F238E27FC236}">
                <a16:creationId xmlns:a16="http://schemas.microsoft.com/office/drawing/2014/main" id="{D517801F-0DAB-4F9B-A62E-62DCF367AB7A}"/>
              </a:ext>
            </a:extLst>
          </p:cNvPr>
          <p:cNvSpPr>
            <a:spLocks xmlns:a="http://schemas.openxmlformats.org/drawingml/2006/main" noGrp="1"/>
          </p:cNvSpPr>
          <p:nvPr/>
        </p:nvSpPr>
        <p:spPr>
          <a:xfrm xmlns:a="http://schemas.openxmlformats.org/drawingml/2006/main">
            <a:off x="4381500" y="3857625"/>
            <a:ext cx="2571750" cy="952500"/>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Service</a:t>
            </a:r>
          </a:p>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rotas:8000</a:t>
            </a:r>
          </a:p>
        </p:txBody>
      </p:sp>
      <p:sp>
        <p:nvSpPr>
          <p:cNvPr id="6" name="">
            <a:extLst xmlns:a="http://schemas.openxmlformats.org/drawingml/2006/main">
              <a:ext uri="{FF2B5EF4-FFF2-40B4-BE49-F238E27FC236}">
                <a16:creationId xmlns:a16="http://schemas.microsoft.com/office/drawing/2014/main" id="{A9E82CC7-EB72-42E9-B476-3F7282DB246A}"/>
              </a:ext>
            </a:extLst>
          </p:cNvPr>
          <p:cNvSpPr>
            <a:spLocks xmlns:a="http://schemas.openxmlformats.org/drawingml/2006/main" noGrp="1"/>
          </p:cNvSpPr>
          <p:nvPr/>
        </p:nvSpPr>
        <p:spPr>
          <a:xfrm xmlns:a="http://schemas.openxmlformats.org/drawingml/2006/main">
            <a:off x="8572500" y="1714500"/>
            <a:ext cx="2857500" cy="857250"/>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Deployment rotas</a:t>
            </a:r>
          </a:p>
        </p:txBody>
      </p:sp>
      <p:sp>
        <p:nvSpPr>
          <p:cNvPr id="7" name="">
            <a:extLst xmlns:a="http://schemas.openxmlformats.org/drawingml/2006/main">
              <a:ext uri="{FF2B5EF4-FFF2-40B4-BE49-F238E27FC236}">
                <a16:creationId xmlns:a16="http://schemas.microsoft.com/office/drawing/2014/main" id="{C1D0512E-5DD0-49A6-83C6-3B934B2E6C76}"/>
              </a:ext>
            </a:extLst>
          </p:cNvPr>
          <p:cNvSpPr>
            <a:spLocks xmlns:a="http://schemas.openxmlformats.org/drawingml/2006/main" noGrp="1"/>
          </p:cNvSpPr>
          <p:nvPr/>
        </p:nvSpPr>
        <p:spPr>
          <a:xfrm xmlns:a="http://schemas.openxmlformats.org/drawingml/2006/main">
            <a:off x="8572500" y="3095625"/>
            <a:ext cx="2857500" cy="2857500"/>
          </a:xfrm>
          <a:prstGeom xmlns:a="http://schemas.openxmlformats.org/drawingml/2006/main" prst="rect">
            <a:avLst/>
          </a:prstGeom>
          <a:noFill xmlns:a="http://schemas.openxmlformats.org/drawingml/2006/main"/>
          <a:ln xmlns:a="http://schemas.openxmlformats.org/drawingml/2006/main" w="9525">
            <a:solidFill>
              <a:srgbClr val="B7C7DC"/>
            </a:solidFill>
          </a:ln>
        </p:spPr>
      </p:sp>
      <p:sp>
        <p:nvSpPr>
          <p:cNvPr id="8" name="">
            <a:extLst xmlns:a="http://schemas.openxmlformats.org/drawingml/2006/main">
              <a:ext uri="{FF2B5EF4-FFF2-40B4-BE49-F238E27FC236}">
                <a16:creationId xmlns:a16="http://schemas.microsoft.com/office/drawing/2014/main" id="{A4ACCE18-30BD-4C6F-AB94-90A89CA1366E}"/>
              </a:ext>
            </a:extLst>
          </p:cNvPr>
          <p:cNvSpPr>
            <a:spLocks xmlns:a="http://schemas.openxmlformats.org/drawingml/2006/main" noGrp="1"/>
          </p:cNvSpPr>
          <p:nvPr/>
        </p:nvSpPr>
        <p:spPr>
          <a:xfrm xmlns:a="http://schemas.openxmlformats.org/drawingml/2006/main">
            <a:off x="8858250" y="3286125"/>
            <a:ext cx="2286000" cy="619125"/>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Pod A</a:t>
            </a:r>
          </a:p>
        </p:txBody>
      </p:sp>
      <p:sp>
        <p:nvSpPr>
          <p:cNvPr id="9" name="">
            <a:extLst xmlns:a="http://schemas.openxmlformats.org/drawingml/2006/main">
              <a:ext uri="{FF2B5EF4-FFF2-40B4-BE49-F238E27FC236}">
                <a16:creationId xmlns:a16="http://schemas.microsoft.com/office/drawing/2014/main" id="{A7EB7C30-57C7-4B5C-ADE7-C43A51F5D2ED}"/>
              </a:ext>
            </a:extLst>
          </p:cNvPr>
          <p:cNvSpPr>
            <a:spLocks xmlns:a="http://schemas.openxmlformats.org/drawingml/2006/main" noGrp="1"/>
          </p:cNvSpPr>
          <p:nvPr/>
        </p:nvSpPr>
        <p:spPr>
          <a:xfrm xmlns:a="http://schemas.openxmlformats.org/drawingml/2006/main">
            <a:off x="8858250" y="4238625"/>
            <a:ext cx="2286000" cy="619125"/>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Pod B</a:t>
            </a:r>
          </a:p>
        </p:txBody>
      </p:sp>
      <p:sp>
        <p:nvSpPr>
          <p:cNvPr id="10" name="">
            <a:extLst xmlns:a="http://schemas.openxmlformats.org/drawingml/2006/main">
              <a:ext uri="{FF2B5EF4-FFF2-40B4-BE49-F238E27FC236}">
                <a16:creationId xmlns:a16="http://schemas.microsoft.com/office/drawing/2014/main" id="{CA419439-85D1-423D-806D-63A7F9E30521}"/>
              </a:ext>
            </a:extLst>
          </p:cNvPr>
          <p:cNvSpPr>
            <a:spLocks xmlns:a="http://schemas.openxmlformats.org/drawingml/2006/main" noGrp="1"/>
          </p:cNvSpPr>
          <p:nvPr/>
        </p:nvSpPr>
        <p:spPr>
          <a:xfrm xmlns:a="http://schemas.openxmlformats.org/drawingml/2006/main">
            <a:off x="8858250" y="5191125"/>
            <a:ext cx="2286000" cy="619125"/>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Pod C</a:t>
            </a:r>
          </a:p>
        </p:txBody>
      </p:sp>
      <p:sp>
        <p:nvSpPr>
          <p:cNvPr id="17" name="">
            <a:extLst xmlns:a="http://schemas.openxmlformats.org/drawingml/2006/main">
              <a:ext uri="{FF2B5EF4-FFF2-40B4-BE49-F238E27FC236}">
                <a16:creationId xmlns:a16="http://schemas.microsoft.com/office/drawing/2014/main" id="{C0D74073-8849-4982-BAB1-B4A8B33CD338}"/>
              </a:ext>
            </a:extLst>
          </p:cNvPr>
          <p:cNvSpPr>
            <a:spLocks xmlns:a="http://schemas.openxmlformats.org/drawingml/2006/main" noGrp="1"/>
          </p:cNvSpPr>
          <p:nvPr/>
        </p:nvSpPr>
        <p:spPr>
          <a:xfrm xmlns:a="http://schemas.openxmlformats.org/drawingml/2006/main">
            <a:off x="4381500" y="21431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CE1B0"/>
                </a:solidFill>
                <a:latin typeface="Arial"/>
                <a:ea typeface="Arial"/>
                <a:cs typeface="Arial"/>
              </a:defRPr>
            </a:defPPr>
            <a:lvl1pPr>
              <a:defRPr sz="2100" b="0">
                <a:solidFill>
                  <a:srgbClr val="5CE1B0"/>
                </a:solidFill>
                <a:latin typeface="Arial"/>
                <a:ea typeface="Arial"/>
                <a:cs typeface="Arial"/>
              </a:defRPr>
            </a:lvl1pPr>
            <a:lvl2pPr>
              <a:defRPr sz="2100" b="0">
                <a:solidFill>
                  <a:srgbClr val="5CE1B0"/>
                </a:solidFill>
                <a:latin typeface="Arial"/>
                <a:ea typeface="Arial"/>
                <a:cs typeface="Arial"/>
              </a:defRPr>
            </a:lvl2pPr>
            <a:lvl3pPr>
              <a:defRPr sz="2100" b="0">
                <a:solidFill>
                  <a:srgbClr val="5CE1B0"/>
                </a:solidFill>
                <a:latin typeface="Arial"/>
                <a:ea typeface="Arial"/>
                <a:cs typeface="Arial"/>
              </a:defRPr>
            </a:lvl3pPr>
            <a:lvl4pPr>
              <a:defRPr sz="2100" b="0">
                <a:solidFill>
                  <a:srgbClr val="5CE1B0"/>
                </a:solidFill>
                <a:latin typeface="Arial"/>
                <a:ea typeface="Arial"/>
                <a:cs typeface="Arial"/>
              </a:defRPr>
            </a:lvl4pPr>
            <a:lvl5pPr>
              <a:defRPr sz="2100" b="0">
                <a:solidFill>
                  <a:srgbClr val="5CE1B0"/>
                </a:solidFill>
                <a:latin typeface="Arial"/>
                <a:ea typeface="Arial"/>
                <a:cs typeface="Arial"/>
              </a:defRPr>
            </a:lvl5pPr>
            <a:lvl6pPr>
              <a:defRPr sz="2100" b="0">
                <a:solidFill>
                  <a:srgbClr val="5CE1B0"/>
                </a:solidFill>
                <a:latin typeface="Arial"/>
                <a:ea typeface="Arial"/>
                <a:cs typeface="Arial"/>
              </a:defRPr>
            </a:lvl6pPr>
            <a:lvl7pPr>
              <a:defRPr sz="2100" b="0">
                <a:solidFill>
                  <a:srgbClr val="5CE1B0"/>
                </a:solidFill>
                <a:latin typeface="Arial"/>
                <a:ea typeface="Arial"/>
                <a:cs typeface="Arial"/>
              </a:defRPr>
            </a:lvl7pPr>
            <a:lvl8pPr>
              <a:defRPr sz="2100" b="0">
                <a:solidFill>
                  <a:srgbClr val="5CE1B0"/>
                </a:solidFill>
                <a:latin typeface="Arial"/>
                <a:ea typeface="Arial"/>
                <a:cs typeface="Arial"/>
              </a:defRPr>
            </a:lvl8pPr>
            <a:lvl9pPr>
              <a:defRPr sz="2100" b="0">
                <a:solidFill>
                  <a:srgbClr val="5CE1B0"/>
                </a:solidFill>
                <a:latin typeface="Arial"/>
                <a:ea typeface="Arial"/>
                <a:cs typeface="Arial"/>
              </a:defRPr>
            </a:lvl9pPr>
          </a:lstStyle>
          <a:p xmlns:a="http://schemas.openxmlformats.org/drawingml/2006/main">
            <a:pPr>
              <a:defRPr sz="2100" b="0">
                <a:solidFill>
                  <a:srgbClr val="5CE1B0"/>
                </a:solidFill>
                <a:latin typeface="Arial"/>
                <a:ea typeface="Arial"/>
                <a:cs typeface="Arial"/>
              </a:defRPr>
            </a:pPr>
            <a:r>
              <a:rPr sz="2100" b="0">
                <a:solidFill>
                  <a:srgbClr val="5CE1B0"/>
                </a:solidFill>
                <a:latin typeface="Arial"/>
                <a:ea typeface="Arial"/>
                <a:cs typeface="Arial"/>
              </a:rPr>
              <a:t>Namespace ops-lab</a:t>
            </a:r>
          </a:p>
        </p:txBody>
      </p:sp>
    </p:spTree>
    <p:extLst>
      <p:ext uri="{BB962C8B-B14F-4D97-AF65-F5344CB8AC3E}">
        <p14:creationId xmlns:p14="http://schemas.microsoft.com/office/powerpoint/2010/main" val="952117441"/>
      </p:ext>
    </p:extLst>
  </p:cSld>
</p:sld>
</file>

<file path=ppt/slides/slide6.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1DFBF4-6040-462A-B46C-CE685920C910}"/>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Ambiente e cluster</a:t>
            </a:r>
          </a:p>
        </p:txBody>
      </p:sp>
      <p:sp>
        <p:nvSpPr>
          <p:cNvPr id="2" name="">
            <a:extLst xmlns:a="http://schemas.openxmlformats.org/drawingml/2006/main">
              <a:ext uri="{FF2B5EF4-FFF2-40B4-BE49-F238E27FC236}">
                <a16:creationId xmlns:a16="http://schemas.microsoft.com/office/drawing/2014/main" id="{C9CD916C-64A9-4557-9261-6FA6C7FA69EC}"/>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D3199F52-D764-4E4F-8E12-152EC43466A6}"/>
              </a:ext>
            </a:extLst>
          </p:cNvPr>
          <p:cNvSpPr>
            <a:spLocks xmlns:a="http://schemas.openxmlformats.org/drawingml/2006/main" noGrp="1"/>
          </p:cNvSpPr>
          <p:nvPr/>
        </p:nvSpPr>
        <p:spPr>
          <a:xfrm xmlns:a="http://schemas.openxmlformats.org/drawingml/2006/main">
            <a:off x="685800" y="195262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200" b="1">
                <a:solidFill>
                  <a:srgbClr val="5CE1B0"/>
                </a:solidFill>
                <a:latin typeface="Arial"/>
                <a:ea typeface="Arial"/>
                <a:cs typeface="Arial"/>
              </a:defRPr>
            </a:defPPr>
            <a:lvl1pPr>
              <a:defRPr sz="7200" b="1">
                <a:solidFill>
                  <a:srgbClr val="5CE1B0"/>
                </a:solidFill>
                <a:latin typeface="Arial"/>
                <a:ea typeface="Arial"/>
                <a:cs typeface="Arial"/>
              </a:defRPr>
            </a:lvl1pPr>
            <a:lvl2pPr>
              <a:defRPr sz="7200" b="1">
                <a:solidFill>
                  <a:srgbClr val="5CE1B0"/>
                </a:solidFill>
                <a:latin typeface="Arial"/>
                <a:ea typeface="Arial"/>
                <a:cs typeface="Arial"/>
              </a:defRPr>
            </a:lvl2pPr>
            <a:lvl3pPr>
              <a:defRPr sz="7200" b="1">
                <a:solidFill>
                  <a:srgbClr val="5CE1B0"/>
                </a:solidFill>
                <a:latin typeface="Arial"/>
                <a:ea typeface="Arial"/>
                <a:cs typeface="Arial"/>
              </a:defRPr>
            </a:lvl3pPr>
            <a:lvl4pPr>
              <a:defRPr sz="7200" b="1">
                <a:solidFill>
                  <a:srgbClr val="5CE1B0"/>
                </a:solidFill>
                <a:latin typeface="Arial"/>
                <a:ea typeface="Arial"/>
                <a:cs typeface="Arial"/>
              </a:defRPr>
            </a:lvl4pPr>
            <a:lvl5pPr>
              <a:defRPr sz="7200" b="1">
                <a:solidFill>
                  <a:srgbClr val="5CE1B0"/>
                </a:solidFill>
                <a:latin typeface="Arial"/>
                <a:ea typeface="Arial"/>
                <a:cs typeface="Arial"/>
              </a:defRPr>
            </a:lvl5pPr>
            <a:lvl6pPr>
              <a:defRPr sz="7200" b="1">
                <a:solidFill>
                  <a:srgbClr val="5CE1B0"/>
                </a:solidFill>
                <a:latin typeface="Arial"/>
                <a:ea typeface="Arial"/>
                <a:cs typeface="Arial"/>
              </a:defRPr>
            </a:lvl6pPr>
            <a:lvl7pPr>
              <a:defRPr sz="7200" b="1">
                <a:solidFill>
                  <a:srgbClr val="5CE1B0"/>
                </a:solidFill>
                <a:latin typeface="Arial"/>
                <a:ea typeface="Arial"/>
                <a:cs typeface="Arial"/>
              </a:defRPr>
            </a:lvl7pPr>
            <a:lvl8pPr>
              <a:defRPr sz="7200" b="1">
                <a:solidFill>
                  <a:srgbClr val="5CE1B0"/>
                </a:solidFill>
                <a:latin typeface="Arial"/>
                <a:ea typeface="Arial"/>
                <a:cs typeface="Arial"/>
              </a:defRPr>
            </a:lvl8pPr>
            <a:lvl9pPr>
              <a:defRPr sz="7200" b="1">
                <a:solidFill>
                  <a:srgbClr val="5CE1B0"/>
                </a:solidFill>
                <a:latin typeface="Arial"/>
                <a:ea typeface="Arial"/>
                <a:cs typeface="Arial"/>
              </a:defRPr>
            </a:lvl9pPr>
          </a:lstStyle>
          <a:p xmlns:a="http://schemas.openxmlformats.org/drawingml/2006/main">
            <a:pPr>
              <a:defRPr sz="7200" b="1">
                <a:solidFill>
                  <a:srgbClr val="5CE1B0"/>
                </a:solidFill>
                <a:latin typeface="Arial"/>
                <a:ea typeface="Arial"/>
                <a:cs typeface="Arial"/>
              </a:defRPr>
            </a:pPr>
            <a:r>
              <a:rPr sz="7200" b="1">
                <a:solidFill>
                  <a:srgbClr val="5CE1B0"/>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48914677-EF50-42DE-8BC6-6EADB7FB3FE6}"/>
              </a:ext>
            </a:extLst>
          </p:cNvPr>
          <p:cNvSpPr>
            <a:spLocks xmlns:a="http://schemas.openxmlformats.org/drawingml/2006/main" noGrp="1"/>
          </p:cNvSpPr>
          <p:nvPr/>
        </p:nvSpPr>
        <p:spPr>
          <a:xfrm xmlns:a="http://schemas.openxmlformats.org/drawingml/2006/main">
            <a:off x="685800" y="3333750"/>
            <a:ext cx="3190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7FC"/>
                </a:solidFill>
                <a:latin typeface="Arial"/>
                <a:ea typeface="Arial"/>
                <a:cs typeface="Arial"/>
              </a:defRPr>
            </a:defPPr>
            <a:lvl1pPr>
              <a:defRPr sz="2175" b="0">
                <a:solidFill>
                  <a:srgbClr val="F4F7FC"/>
                </a:solidFill>
                <a:latin typeface="Arial"/>
                <a:ea typeface="Arial"/>
                <a:cs typeface="Arial"/>
              </a:defRPr>
            </a:lvl1pPr>
            <a:lvl2pPr>
              <a:defRPr sz="2175" b="0">
                <a:solidFill>
                  <a:srgbClr val="F4F7FC"/>
                </a:solidFill>
                <a:latin typeface="Arial"/>
                <a:ea typeface="Arial"/>
                <a:cs typeface="Arial"/>
              </a:defRPr>
            </a:lvl2pPr>
            <a:lvl3pPr>
              <a:defRPr sz="2175" b="0">
                <a:solidFill>
                  <a:srgbClr val="F4F7FC"/>
                </a:solidFill>
                <a:latin typeface="Arial"/>
                <a:ea typeface="Arial"/>
                <a:cs typeface="Arial"/>
              </a:defRPr>
            </a:lvl3pPr>
            <a:lvl4pPr>
              <a:defRPr sz="2175" b="0">
                <a:solidFill>
                  <a:srgbClr val="F4F7FC"/>
                </a:solidFill>
                <a:latin typeface="Arial"/>
                <a:ea typeface="Arial"/>
                <a:cs typeface="Arial"/>
              </a:defRPr>
            </a:lvl4pPr>
            <a:lvl5pPr>
              <a:defRPr sz="2175" b="0">
                <a:solidFill>
                  <a:srgbClr val="F4F7FC"/>
                </a:solidFill>
                <a:latin typeface="Arial"/>
                <a:ea typeface="Arial"/>
                <a:cs typeface="Arial"/>
              </a:defRPr>
            </a:lvl5pPr>
            <a:lvl6pPr>
              <a:defRPr sz="2175" b="0">
                <a:solidFill>
                  <a:srgbClr val="F4F7FC"/>
                </a:solidFill>
                <a:latin typeface="Arial"/>
                <a:ea typeface="Arial"/>
                <a:cs typeface="Arial"/>
              </a:defRPr>
            </a:lvl6pPr>
            <a:lvl7pPr>
              <a:defRPr sz="2175" b="0">
                <a:solidFill>
                  <a:srgbClr val="F4F7FC"/>
                </a:solidFill>
                <a:latin typeface="Arial"/>
                <a:ea typeface="Arial"/>
                <a:cs typeface="Arial"/>
              </a:defRPr>
            </a:lvl7pPr>
            <a:lvl8pPr>
              <a:defRPr sz="2175" b="0">
                <a:solidFill>
                  <a:srgbClr val="F4F7FC"/>
                </a:solidFill>
                <a:latin typeface="Arial"/>
                <a:ea typeface="Arial"/>
                <a:cs typeface="Arial"/>
              </a:defRPr>
            </a:lvl8pPr>
            <a:lvl9pPr>
              <a:defRPr sz="2175" b="0">
                <a:solidFill>
                  <a:srgbClr val="F4F7FC"/>
                </a:solidFill>
                <a:latin typeface="Arial"/>
                <a:ea typeface="Arial"/>
                <a:cs typeface="Arial"/>
              </a:defRPr>
            </a:lvl9pPr>
          </a:lstStyle>
          <a:p xmlns:a="http://schemas.openxmlformats.org/drawingml/2006/main">
            <a:pPr>
              <a:defRPr sz="2175" b="0">
                <a:solidFill>
                  <a:srgbClr val="F4F7FC"/>
                </a:solidFill>
                <a:latin typeface="Arial"/>
                <a:ea typeface="Arial"/>
                <a:cs typeface="Arial"/>
              </a:defRPr>
            </a:pPr>
            <a:r>
              <a:rPr sz="2175" b="0">
                <a:solidFill>
                  <a:srgbClr val="F4F7FC"/>
                </a:solidFill>
                <a:latin typeface="Arial"/>
                <a:ea typeface="Arial"/>
                <a:cs typeface="Arial"/>
              </a:rPr>
              <a:t>CPUs limitadas no contêiner do nó</a:t>
            </a:r>
          </a:p>
        </p:txBody>
      </p:sp>
      <p:sp>
        <p:nvSpPr>
          <p:cNvPr id="5" name="">
            <a:extLst xmlns:a="http://schemas.openxmlformats.org/drawingml/2006/main">
              <a:ext uri="{FF2B5EF4-FFF2-40B4-BE49-F238E27FC236}">
                <a16:creationId xmlns:a16="http://schemas.microsoft.com/office/drawing/2014/main" id="{74DAB83C-9E3C-43EE-A751-EC8D8F8481A9}"/>
              </a:ext>
            </a:extLst>
          </p:cNvPr>
          <p:cNvSpPr>
            <a:spLocks xmlns:a="http://schemas.openxmlformats.org/drawingml/2006/main" noGrp="1"/>
          </p:cNvSpPr>
          <p:nvPr/>
        </p:nvSpPr>
        <p:spPr>
          <a:xfrm xmlns:a="http://schemas.openxmlformats.org/drawingml/2006/main">
            <a:off x="4400550" y="195262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200" b="1">
                <a:solidFill>
                  <a:srgbClr val="5CE1B0"/>
                </a:solidFill>
                <a:latin typeface="Arial"/>
                <a:ea typeface="Arial"/>
                <a:cs typeface="Arial"/>
              </a:defRPr>
            </a:defPPr>
            <a:lvl1pPr>
              <a:defRPr sz="7200" b="1">
                <a:solidFill>
                  <a:srgbClr val="5CE1B0"/>
                </a:solidFill>
                <a:latin typeface="Arial"/>
                <a:ea typeface="Arial"/>
                <a:cs typeface="Arial"/>
              </a:defRPr>
            </a:lvl1pPr>
            <a:lvl2pPr>
              <a:defRPr sz="7200" b="1">
                <a:solidFill>
                  <a:srgbClr val="5CE1B0"/>
                </a:solidFill>
                <a:latin typeface="Arial"/>
                <a:ea typeface="Arial"/>
                <a:cs typeface="Arial"/>
              </a:defRPr>
            </a:lvl2pPr>
            <a:lvl3pPr>
              <a:defRPr sz="7200" b="1">
                <a:solidFill>
                  <a:srgbClr val="5CE1B0"/>
                </a:solidFill>
                <a:latin typeface="Arial"/>
                <a:ea typeface="Arial"/>
                <a:cs typeface="Arial"/>
              </a:defRPr>
            </a:lvl3pPr>
            <a:lvl4pPr>
              <a:defRPr sz="7200" b="1">
                <a:solidFill>
                  <a:srgbClr val="5CE1B0"/>
                </a:solidFill>
                <a:latin typeface="Arial"/>
                <a:ea typeface="Arial"/>
                <a:cs typeface="Arial"/>
              </a:defRPr>
            </a:lvl4pPr>
            <a:lvl5pPr>
              <a:defRPr sz="7200" b="1">
                <a:solidFill>
                  <a:srgbClr val="5CE1B0"/>
                </a:solidFill>
                <a:latin typeface="Arial"/>
                <a:ea typeface="Arial"/>
                <a:cs typeface="Arial"/>
              </a:defRPr>
            </a:lvl5pPr>
            <a:lvl6pPr>
              <a:defRPr sz="7200" b="1">
                <a:solidFill>
                  <a:srgbClr val="5CE1B0"/>
                </a:solidFill>
                <a:latin typeface="Arial"/>
                <a:ea typeface="Arial"/>
                <a:cs typeface="Arial"/>
              </a:defRPr>
            </a:lvl6pPr>
            <a:lvl7pPr>
              <a:defRPr sz="7200" b="1">
                <a:solidFill>
                  <a:srgbClr val="5CE1B0"/>
                </a:solidFill>
                <a:latin typeface="Arial"/>
                <a:ea typeface="Arial"/>
                <a:cs typeface="Arial"/>
              </a:defRPr>
            </a:lvl7pPr>
            <a:lvl8pPr>
              <a:defRPr sz="7200" b="1">
                <a:solidFill>
                  <a:srgbClr val="5CE1B0"/>
                </a:solidFill>
                <a:latin typeface="Arial"/>
                <a:ea typeface="Arial"/>
                <a:cs typeface="Arial"/>
              </a:defRPr>
            </a:lvl8pPr>
            <a:lvl9pPr>
              <a:defRPr sz="7200" b="1">
                <a:solidFill>
                  <a:srgbClr val="5CE1B0"/>
                </a:solidFill>
                <a:latin typeface="Arial"/>
                <a:ea typeface="Arial"/>
                <a:cs typeface="Arial"/>
              </a:defRPr>
            </a:lvl9pPr>
          </a:lstStyle>
          <a:p xmlns:a="http://schemas.openxmlformats.org/drawingml/2006/main">
            <a:pPr>
              <a:defRPr sz="7200" b="1">
                <a:solidFill>
                  <a:srgbClr val="5CE1B0"/>
                </a:solidFill>
                <a:latin typeface="Arial"/>
                <a:ea typeface="Arial"/>
                <a:cs typeface="Arial"/>
              </a:defRPr>
            </a:pPr>
            <a:r>
              <a:rPr sz="7200" b="1">
                <a:solidFill>
                  <a:srgbClr val="5CE1B0"/>
                </a:solidFill>
                <a:latin typeface="Arial"/>
                <a:ea typeface="Arial"/>
                <a:cs typeface="Arial"/>
              </a:rPr>
              <a:t>3072</a:t>
            </a:r>
          </a:p>
        </p:txBody>
      </p:sp>
      <p:sp>
        <p:nvSpPr>
          <p:cNvPr id="6" name="">
            <a:extLst xmlns:a="http://schemas.openxmlformats.org/drawingml/2006/main">
              <a:ext uri="{FF2B5EF4-FFF2-40B4-BE49-F238E27FC236}">
                <a16:creationId xmlns:a16="http://schemas.microsoft.com/office/drawing/2014/main" id="{B9A7281D-E803-415E-8D45-3544730494FF}"/>
              </a:ext>
            </a:extLst>
          </p:cNvPr>
          <p:cNvSpPr>
            <a:spLocks xmlns:a="http://schemas.openxmlformats.org/drawingml/2006/main" noGrp="1"/>
          </p:cNvSpPr>
          <p:nvPr/>
        </p:nvSpPr>
        <p:spPr>
          <a:xfrm xmlns:a="http://schemas.openxmlformats.org/drawingml/2006/main">
            <a:off x="4400550" y="3333750"/>
            <a:ext cx="3190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7FC"/>
                </a:solidFill>
                <a:latin typeface="Arial"/>
                <a:ea typeface="Arial"/>
                <a:cs typeface="Arial"/>
              </a:defRPr>
            </a:defPPr>
            <a:lvl1pPr>
              <a:defRPr sz="2175" b="0">
                <a:solidFill>
                  <a:srgbClr val="F4F7FC"/>
                </a:solidFill>
                <a:latin typeface="Arial"/>
                <a:ea typeface="Arial"/>
                <a:cs typeface="Arial"/>
              </a:defRPr>
            </a:lvl1pPr>
            <a:lvl2pPr>
              <a:defRPr sz="2175" b="0">
                <a:solidFill>
                  <a:srgbClr val="F4F7FC"/>
                </a:solidFill>
                <a:latin typeface="Arial"/>
                <a:ea typeface="Arial"/>
                <a:cs typeface="Arial"/>
              </a:defRPr>
            </a:lvl2pPr>
            <a:lvl3pPr>
              <a:defRPr sz="2175" b="0">
                <a:solidFill>
                  <a:srgbClr val="F4F7FC"/>
                </a:solidFill>
                <a:latin typeface="Arial"/>
                <a:ea typeface="Arial"/>
                <a:cs typeface="Arial"/>
              </a:defRPr>
            </a:lvl3pPr>
            <a:lvl4pPr>
              <a:defRPr sz="2175" b="0">
                <a:solidFill>
                  <a:srgbClr val="F4F7FC"/>
                </a:solidFill>
                <a:latin typeface="Arial"/>
                <a:ea typeface="Arial"/>
                <a:cs typeface="Arial"/>
              </a:defRPr>
            </a:lvl4pPr>
            <a:lvl5pPr>
              <a:defRPr sz="2175" b="0">
                <a:solidFill>
                  <a:srgbClr val="F4F7FC"/>
                </a:solidFill>
                <a:latin typeface="Arial"/>
                <a:ea typeface="Arial"/>
                <a:cs typeface="Arial"/>
              </a:defRPr>
            </a:lvl5pPr>
            <a:lvl6pPr>
              <a:defRPr sz="2175" b="0">
                <a:solidFill>
                  <a:srgbClr val="F4F7FC"/>
                </a:solidFill>
                <a:latin typeface="Arial"/>
                <a:ea typeface="Arial"/>
                <a:cs typeface="Arial"/>
              </a:defRPr>
            </a:lvl6pPr>
            <a:lvl7pPr>
              <a:defRPr sz="2175" b="0">
                <a:solidFill>
                  <a:srgbClr val="F4F7FC"/>
                </a:solidFill>
                <a:latin typeface="Arial"/>
                <a:ea typeface="Arial"/>
                <a:cs typeface="Arial"/>
              </a:defRPr>
            </a:lvl7pPr>
            <a:lvl8pPr>
              <a:defRPr sz="2175" b="0">
                <a:solidFill>
                  <a:srgbClr val="F4F7FC"/>
                </a:solidFill>
                <a:latin typeface="Arial"/>
                <a:ea typeface="Arial"/>
                <a:cs typeface="Arial"/>
              </a:defRPr>
            </a:lvl8pPr>
            <a:lvl9pPr>
              <a:defRPr sz="2175" b="0">
                <a:solidFill>
                  <a:srgbClr val="F4F7FC"/>
                </a:solidFill>
                <a:latin typeface="Arial"/>
                <a:ea typeface="Arial"/>
                <a:cs typeface="Arial"/>
              </a:defRPr>
            </a:lvl9pPr>
          </a:lstStyle>
          <a:p xmlns:a="http://schemas.openxmlformats.org/drawingml/2006/main">
            <a:pPr>
              <a:defRPr sz="2175" b="0">
                <a:solidFill>
                  <a:srgbClr val="F4F7FC"/>
                </a:solidFill>
                <a:latin typeface="Arial"/>
                <a:ea typeface="Arial"/>
                <a:cs typeface="Arial"/>
              </a:defRPr>
            </a:pPr>
            <a:r>
              <a:rPr sz="2175" b="0">
                <a:solidFill>
                  <a:srgbClr val="F4F7FC"/>
                </a:solidFill>
                <a:latin typeface="Arial"/>
                <a:ea typeface="Arial"/>
                <a:cs typeface="Arial"/>
              </a:rPr>
              <a:t>MiB limitados no contêiner do nó</a:t>
            </a:r>
          </a:p>
        </p:txBody>
      </p:sp>
      <p:sp>
        <p:nvSpPr>
          <p:cNvPr id="7" name="">
            <a:extLst xmlns:a="http://schemas.openxmlformats.org/drawingml/2006/main">
              <a:ext uri="{FF2B5EF4-FFF2-40B4-BE49-F238E27FC236}">
                <a16:creationId xmlns:a16="http://schemas.microsoft.com/office/drawing/2014/main" id="{23108BE6-97D4-4969-A145-0E07FB3EAB13}"/>
              </a:ext>
            </a:extLst>
          </p:cNvPr>
          <p:cNvSpPr>
            <a:spLocks xmlns:a="http://schemas.openxmlformats.org/drawingml/2006/main" noGrp="1"/>
          </p:cNvSpPr>
          <p:nvPr/>
        </p:nvSpPr>
        <p:spPr>
          <a:xfrm xmlns:a="http://schemas.openxmlformats.org/drawingml/2006/main">
            <a:off x="8115300" y="1952625"/>
            <a:ext cx="3333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7200" b="1">
                <a:solidFill>
                  <a:srgbClr val="5CE1B0"/>
                </a:solidFill>
                <a:latin typeface="Arial"/>
                <a:ea typeface="Arial"/>
                <a:cs typeface="Arial"/>
              </a:defRPr>
            </a:defPPr>
            <a:lvl1pPr>
              <a:defRPr sz="7200" b="1">
                <a:solidFill>
                  <a:srgbClr val="5CE1B0"/>
                </a:solidFill>
                <a:latin typeface="Arial"/>
                <a:ea typeface="Arial"/>
                <a:cs typeface="Arial"/>
              </a:defRPr>
            </a:lvl1pPr>
            <a:lvl2pPr>
              <a:defRPr sz="7200" b="1">
                <a:solidFill>
                  <a:srgbClr val="5CE1B0"/>
                </a:solidFill>
                <a:latin typeface="Arial"/>
                <a:ea typeface="Arial"/>
                <a:cs typeface="Arial"/>
              </a:defRPr>
            </a:lvl2pPr>
            <a:lvl3pPr>
              <a:defRPr sz="7200" b="1">
                <a:solidFill>
                  <a:srgbClr val="5CE1B0"/>
                </a:solidFill>
                <a:latin typeface="Arial"/>
                <a:ea typeface="Arial"/>
                <a:cs typeface="Arial"/>
              </a:defRPr>
            </a:lvl3pPr>
            <a:lvl4pPr>
              <a:defRPr sz="7200" b="1">
                <a:solidFill>
                  <a:srgbClr val="5CE1B0"/>
                </a:solidFill>
                <a:latin typeface="Arial"/>
                <a:ea typeface="Arial"/>
                <a:cs typeface="Arial"/>
              </a:defRPr>
            </a:lvl4pPr>
            <a:lvl5pPr>
              <a:defRPr sz="7200" b="1">
                <a:solidFill>
                  <a:srgbClr val="5CE1B0"/>
                </a:solidFill>
                <a:latin typeface="Arial"/>
                <a:ea typeface="Arial"/>
                <a:cs typeface="Arial"/>
              </a:defRPr>
            </a:lvl5pPr>
            <a:lvl6pPr>
              <a:defRPr sz="7200" b="1">
                <a:solidFill>
                  <a:srgbClr val="5CE1B0"/>
                </a:solidFill>
                <a:latin typeface="Arial"/>
                <a:ea typeface="Arial"/>
                <a:cs typeface="Arial"/>
              </a:defRPr>
            </a:lvl6pPr>
            <a:lvl7pPr>
              <a:defRPr sz="7200" b="1">
                <a:solidFill>
                  <a:srgbClr val="5CE1B0"/>
                </a:solidFill>
                <a:latin typeface="Arial"/>
                <a:ea typeface="Arial"/>
                <a:cs typeface="Arial"/>
              </a:defRPr>
            </a:lvl7pPr>
            <a:lvl8pPr>
              <a:defRPr sz="7200" b="1">
                <a:solidFill>
                  <a:srgbClr val="5CE1B0"/>
                </a:solidFill>
                <a:latin typeface="Arial"/>
                <a:ea typeface="Arial"/>
                <a:cs typeface="Arial"/>
              </a:defRPr>
            </a:lvl8pPr>
            <a:lvl9pPr>
              <a:defRPr sz="7200" b="1">
                <a:solidFill>
                  <a:srgbClr val="5CE1B0"/>
                </a:solidFill>
                <a:latin typeface="Arial"/>
                <a:ea typeface="Arial"/>
                <a:cs typeface="Arial"/>
              </a:defRPr>
            </a:lvl9pPr>
          </a:lstStyle>
          <a:p xmlns:a="http://schemas.openxmlformats.org/drawingml/2006/main">
            <a:pPr>
              <a:defRPr sz="7200" b="1">
                <a:solidFill>
                  <a:srgbClr val="5CE1B0"/>
                </a:solidFill>
                <a:latin typeface="Arial"/>
                <a:ea typeface="Arial"/>
                <a:cs typeface="Arial"/>
              </a:defRPr>
            </a:pPr>
            <a:r>
              <a:rPr sz="7200" b="1">
                <a:solidFill>
                  <a:srgbClr val="5CE1B0"/>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C9A25307-1C22-4C65-8F2F-BAD3E0041BEB}"/>
              </a:ext>
            </a:extLst>
          </p:cNvPr>
          <p:cNvSpPr>
            <a:spLocks xmlns:a="http://schemas.openxmlformats.org/drawingml/2006/main" noGrp="1"/>
          </p:cNvSpPr>
          <p:nvPr/>
        </p:nvSpPr>
        <p:spPr>
          <a:xfrm xmlns:a="http://schemas.openxmlformats.org/drawingml/2006/main">
            <a:off x="8115300" y="3333750"/>
            <a:ext cx="3190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F4F7FC"/>
                </a:solidFill>
                <a:latin typeface="Arial"/>
                <a:ea typeface="Arial"/>
                <a:cs typeface="Arial"/>
              </a:defRPr>
            </a:defPPr>
            <a:lvl1pPr>
              <a:defRPr sz="2175" b="0">
                <a:solidFill>
                  <a:srgbClr val="F4F7FC"/>
                </a:solidFill>
                <a:latin typeface="Arial"/>
                <a:ea typeface="Arial"/>
                <a:cs typeface="Arial"/>
              </a:defRPr>
            </a:lvl1pPr>
            <a:lvl2pPr>
              <a:defRPr sz="2175" b="0">
                <a:solidFill>
                  <a:srgbClr val="F4F7FC"/>
                </a:solidFill>
                <a:latin typeface="Arial"/>
                <a:ea typeface="Arial"/>
                <a:cs typeface="Arial"/>
              </a:defRPr>
            </a:lvl2pPr>
            <a:lvl3pPr>
              <a:defRPr sz="2175" b="0">
                <a:solidFill>
                  <a:srgbClr val="F4F7FC"/>
                </a:solidFill>
                <a:latin typeface="Arial"/>
                <a:ea typeface="Arial"/>
                <a:cs typeface="Arial"/>
              </a:defRPr>
            </a:lvl3pPr>
            <a:lvl4pPr>
              <a:defRPr sz="2175" b="0">
                <a:solidFill>
                  <a:srgbClr val="F4F7FC"/>
                </a:solidFill>
                <a:latin typeface="Arial"/>
                <a:ea typeface="Arial"/>
                <a:cs typeface="Arial"/>
              </a:defRPr>
            </a:lvl4pPr>
            <a:lvl5pPr>
              <a:defRPr sz="2175" b="0">
                <a:solidFill>
                  <a:srgbClr val="F4F7FC"/>
                </a:solidFill>
                <a:latin typeface="Arial"/>
                <a:ea typeface="Arial"/>
                <a:cs typeface="Arial"/>
              </a:defRPr>
            </a:lvl5pPr>
            <a:lvl6pPr>
              <a:defRPr sz="2175" b="0">
                <a:solidFill>
                  <a:srgbClr val="F4F7FC"/>
                </a:solidFill>
                <a:latin typeface="Arial"/>
                <a:ea typeface="Arial"/>
                <a:cs typeface="Arial"/>
              </a:defRPr>
            </a:lvl6pPr>
            <a:lvl7pPr>
              <a:defRPr sz="2175" b="0">
                <a:solidFill>
                  <a:srgbClr val="F4F7FC"/>
                </a:solidFill>
                <a:latin typeface="Arial"/>
                <a:ea typeface="Arial"/>
                <a:cs typeface="Arial"/>
              </a:defRPr>
            </a:lvl7pPr>
            <a:lvl8pPr>
              <a:defRPr sz="2175" b="0">
                <a:solidFill>
                  <a:srgbClr val="F4F7FC"/>
                </a:solidFill>
                <a:latin typeface="Arial"/>
                <a:ea typeface="Arial"/>
                <a:cs typeface="Arial"/>
              </a:defRPr>
            </a:lvl8pPr>
            <a:lvl9pPr>
              <a:defRPr sz="2175" b="0">
                <a:solidFill>
                  <a:srgbClr val="F4F7FC"/>
                </a:solidFill>
                <a:latin typeface="Arial"/>
                <a:ea typeface="Arial"/>
                <a:cs typeface="Arial"/>
              </a:defRPr>
            </a:lvl9pPr>
          </a:lstStyle>
          <a:p xmlns:a="http://schemas.openxmlformats.org/drawingml/2006/main">
            <a:pPr>
              <a:defRPr sz="2175" b="0">
                <a:solidFill>
                  <a:srgbClr val="F4F7FC"/>
                </a:solidFill>
                <a:latin typeface="Arial"/>
                <a:ea typeface="Arial"/>
                <a:cs typeface="Arial"/>
              </a:defRPr>
            </a:pPr>
            <a:r>
              <a:rPr sz="2175" b="0">
                <a:solidFill>
                  <a:srgbClr val="F4F7FC"/>
                </a:solidFill>
                <a:latin typeface="Arial"/>
                <a:ea typeface="Arial"/>
                <a:cs typeface="Arial"/>
              </a:rPr>
              <a:t>nó no perfil ops-lab</a:t>
            </a:r>
          </a:p>
        </p:txBody>
      </p:sp>
      <p:sp>
        <p:nvSpPr>
          <p:cNvPr id="9" name="">
            <a:extLst xmlns:a="http://schemas.openxmlformats.org/drawingml/2006/main">
              <a:ext uri="{FF2B5EF4-FFF2-40B4-BE49-F238E27FC236}">
                <a16:creationId xmlns:a16="http://schemas.microsoft.com/office/drawing/2014/main" id="{D0E81A75-81E4-4E50-8368-F3ABC67E449D}"/>
              </a:ext>
            </a:extLst>
          </p:cNvPr>
          <p:cNvSpPr>
            <a:spLocks xmlns:a="http://schemas.openxmlformats.org/drawingml/2006/main" noGrp="1"/>
          </p:cNvSpPr>
          <p:nvPr/>
        </p:nvSpPr>
        <p:spPr>
          <a:xfrm xmlns:a="http://schemas.openxmlformats.org/drawingml/2006/main">
            <a:off x="685800" y="5095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7C7DC"/>
                </a:solidFill>
                <a:latin typeface="Arial"/>
                <a:ea typeface="Arial"/>
                <a:cs typeface="Arial"/>
              </a:defRPr>
            </a:defPPr>
            <a:lvl1pPr>
              <a:defRPr sz="2025" b="0">
                <a:solidFill>
                  <a:srgbClr val="B7C7DC"/>
                </a:solidFill>
                <a:latin typeface="Arial"/>
                <a:ea typeface="Arial"/>
                <a:cs typeface="Arial"/>
              </a:defRPr>
            </a:lvl1pPr>
            <a:lvl2pPr>
              <a:defRPr sz="2025" b="0">
                <a:solidFill>
                  <a:srgbClr val="B7C7DC"/>
                </a:solidFill>
                <a:latin typeface="Arial"/>
                <a:ea typeface="Arial"/>
                <a:cs typeface="Arial"/>
              </a:defRPr>
            </a:lvl2pPr>
            <a:lvl3pPr>
              <a:defRPr sz="2025" b="0">
                <a:solidFill>
                  <a:srgbClr val="B7C7DC"/>
                </a:solidFill>
                <a:latin typeface="Arial"/>
                <a:ea typeface="Arial"/>
                <a:cs typeface="Arial"/>
              </a:defRPr>
            </a:lvl3pPr>
            <a:lvl4pPr>
              <a:defRPr sz="2025" b="0">
                <a:solidFill>
                  <a:srgbClr val="B7C7DC"/>
                </a:solidFill>
                <a:latin typeface="Arial"/>
                <a:ea typeface="Arial"/>
                <a:cs typeface="Arial"/>
              </a:defRPr>
            </a:lvl4pPr>
            <a:lvl5pPr>
              <a:defRPr sz="2025" b="0">
                <a:solidFill>
                  <a:srgbClr val="B7C7DC"/>
                </a:solidFill>
                <a:latin typeface="Arial"/>
                <a:ea typeface="Arial"/>
                <a:cs typeface="Arial"/>
              </a:defRPr>
            </a:lvl5pPr>
            <a:lvl6pPr>
              <a:defRPr sz="2025" b="0">
                <a:solidFill>
                  <a:srgbClr val="B7C7DC"/>
                </a:solidFill>
                <a:latin typeface="Arial"/>
                <a:ea typeface="Arial"/>
                <a:cs typeface="Arial"/>
              </a:defRPr>
            </a:lvl6pPr>
            <a:lvl7pPr>
              <a:defRPr sz="2025" b="0">
                <a:solidFill>
                  <a:srgbClr val="B7C7DC"/>
                </a:solidFill>
                <a:latin typeface="Arial"/>
                <a:ea typeface="Arial"/>
                <a:cs typeface="Arial"/>
              </a:defRPr>
            </a:lvl7pPr>
            <a:lvl8pPr>
              <a:defRPr sz="2025" b="0">
                <a:solidFill>
                  <a:srgbClr val="B7C7DC"/>
                </a:solidFill>
                <a:latin typeface="Arial"/>
                <a:ea typeface="Arial"/>
                <a:cs typeface="Arial"/>
              </a:defRPr>
            </a:lvl8pPr>
            <a:lvl9pPr>
              <a:defRPr sz="2025" b="0">
                <a:solidFill>
                  <a:srgbClr val="B7C7DC"/>
                </a:solidFill>
                <a:latin typeface="Arial"/>
                <a:ea typeface="Arial"/>
                <a:cs typeface="Arial"/>
              </a:defRPr>
            </a:lvl9pPr>
          </a:lstStyle>
          <a:p xmlns:a="http://schemas.openxmlformats.org/drawingml/2006/main">
            <a:pPr>
              <a:defRPr sz="2025" b="0">
                <a:solidFill>
                  <a:srgbClr val="B7C7DC"/>
                </a:solidFill>
                <a:latin typeface="Arial"/>
                <a:ea typeface="Arial"/>
                <a:cs typeface="Arial"/>
              </a:defRPr>
            </a:pPr>
            <a:r>
              <a:rPr sz="2025" b="0">
                <a:solidFill>
                  <a:srgbClr val="B7C7DC"/>
                </a:solidFill>
                <a:latin typeface="Arial"/>
                <a:ea typeface="Arial"/>
                <a:cs typeface="Arial"/>
              </a:rPr>
              <a:t>Windows 11, Ryzen 5 7600X, WSL 2 e Docker Desktop. O scheduler anuncia recursos da VM: veja o diagnóstico de capacidade.</a:t>
            </a:r>
          </a:p>
        </p:txBody>
      </p:sp>
    </p:spTree>
    <p:extLst>
      <p:ext uri="{BB962C8B-B14F-4D97-AF65-F5344CB8AC3E}">
        <p14:creationId xmlns:p14="http://schemas.microsoft.com/office/powerpoint/2010/main" val="1662410123"/>
      </p:ext>
    </p:extLst>
  </p:cSld>
</p:sld>
</file>

<file path=ppt/slides/slide7.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08E76DE-9E95-4179-8D72-758195FCD8C3}"/>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A imagem Docker</a:t>
            </a:r>
          </a:p>
        </p:txBody>
      </p:sp>
      <p:sp>
        <p:nvSpPr>
          <p:cNvPr id="2" name="">
            <a:extLst xmlns:a="http://schemas.openxmlformats.org/drawingml/2006/main">
              <a:ext uri="{FF2B5EF4-FFF2-40B4-BE49-F238E27FC236}">
                <a16:creationId xmlns:a16="http://schemas.microsoft.com/office/drawing/2014/main" id="{7ECD81BE-89E0-40B7-BEF6-874752505B2F}"/>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6CB9CB9D-1BD5-48D8-A153-EA43790B9FAE}"/>
              </a:ext>
            </a:extLst>
          </p:cNvPr>
          <p:cNvSpPr>
            <a:spLocks xmlns:a="http://schemas.openxmlformats.org/drawingml/2006/main" noGrp="1"/>
          </p:cNvSpPr>
          <p:nvPr/>
        </p:nvSpPr>
        <p:spPr>
          <a:xfrm xmlns:a="http://schemas.openxmlformats.org/drawingml/2006/main">
            <a:off x="685800" y="1905000"/>
            <a:ext cx="10668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625" b="0">
                <a:solidFill>
                  <a:srgbClr val="5CE1B0"/>
                </a:solidFill>
                <a:latin typeface="Arial"/>
                <a:ea typeface="Arial"/>
                <a:cs typeface="Arial"/>
              </a:defRPr>
            </a:defPPr>
            <a:lvl1pPr>
              <a:defRPr sz="2625" b="0">
                <a:solidFill>
                  <a:srgbClr val="5CE1B0"/>
                </a:solidFill>
                <a:latin typeface="Arial"/>
                <a:ea typeface="Arial"/>
                <a:cs typeface="Arial"/>
              </a:defRPr>
            </a:lvl1pPr>
            <a:lvl2pPr>
              <a:defRPr sz="2625" b="0">
                <a:solidFill>
                  <a:srgbClr val="5CE1B0"/>
                </a:solidFill>
                <a:latin typeface="Arial"/>
                <a:ea typeface="Arial"/>
                <a:cs typeface="Arial"/>
              </a:defRPr>
            </a:lvl2pPr>
            <a:lvl3pPr>
              <a:defRPr sz="2625" b="0">
                <a:solidFill>
                  <a:srgbClr val="5CE1B0"/>
                </a:solidFill>
                <a:latin typeface="Arial"/>
                <a:ea typeface="Arial"/>
                <a:cs typeface="Arial"/>
              </a:defRPr>
            </a:lvl3pPr>
            <a:lvl4pPr>
              <a:defRPr sz="2625" b="0">
                <a:solidFill>
                  <a:srgbClr val="5CE1B0"/>
                </a:solidFill>
                <a:latin typeface="Arial"/>
                <a:ea typeface="Arial"/>
                <a:cs typeface="Arial"/>
              </a:defRPr>
            </a:lvl4pPr>
            <a:lvl5pPr>
              <a:defRPr sz="2625" b="0">
                <a:solidFill>
                  <a:srgbClr val="5CE1B0"/>
                </a:solidFill>
                <a:latin typeface="Arial"/>
                <a:ea typeface="Arial"/>
                <a:cs typeface="Arial"/>
              </a:defRPr>
            </a:lvl5pPr>
            <a:lvl6pPr>
              <a:defRPr sz="2625" b="0">
                <a:solidFill>
                  <a:srgbClr val="5CE1B0"/>
                </a:solidFill>
                <a:latin typeface="Arial"/>
                <a:ea typeface="Arial"/>
                <a:cs typeface="Arial"/>
              </a:defRPr>
            </a:lvl6pPr>
            <a:lvl7pPr>
              <a:defRPr sz="2625" b="0">
                <a:solidFill>
                  <a:srgbClr val="5CE1B0"/>
                </a:solidFill>
                <a:latin typeface="Arial"/>
                <a:ea typeface="Arial"/>
                <a:cs typeface="Arial"/>
              </a:defRPr>
            </a:lvl7pPr>
            <a:lvl8pPr>
              <a:defRPr sz="2625" b="0">
                <a:solidFill>
                  <a:srgbClr val="5CE1B0"/>
                </a:solidFill>
                <a:latin typeface="Arial"/>
                <a:ea typeface="Arial"/>
                <a:cs typeface="Arial"/>
              </a:defRPr>
            </a:lvl8pPr>
            <a:lvl9pPr>
              <a:defRPr sz="2625" b="0">
                <a:solidFill>
                  <a:srgbClr val="5CE1B0"/>
                </a:solidFill>
                <a:latin typeface="Arial"/>
                <a:ea typeface="Arial"/>
                <a:cs typeface="Arial"/>
              </a:defRPr>
            </a:lvl9pPr>
          </a:lstStyle>
          <a:p xmlns:a="http://schemas.openxmlformats.org/drawingml/2006/main">
            <a:pPr>
              <a:defRPr sz="2625" b="0">
                <a:solidFill>
                  <a:srgbClr val="5CE1B0"/>
                </a:solidFill>
                <a:latin typeface="Arial"/>
                <a:ea typeface="Arial"/>
                <a:cs typeface="Arial"/>
              </a:defRPr>
            </a:pPr>
            <a:r>
              <a:rPr sz="2625" b="0">
                <a:solidFill>
                  <a:srgbClr val="5CE1B0"/>
                </a:solidFill>
                <a:latin typeface="Arial"/>
                <a:ea typeface="Arial"/>
                <a:cs typeface="Arial"/>
              </a:rPr>
              <a:t>FROM python:3.12-slim</a:t>
            </a:r>
          </a:p>
          <a:p xmlns:a="http://schemas.openxmlformats.org/drawingml/2006/main">
            <a:pPr>
              <a:defRPr sz="2625" b="0">
                <a:solidFill>
                  <a:srgbClr val="5CE1B0"/>
                </a:solidFill>
                <a:latin typeface="Arial"/>
                <a:ea typeface="Arial"/>
                <a:cs typeface="Arial"/>
              </a:defRPr>
            </a:pPr>
            <a:r>
              <a:rPr sz="2625" b="0">
                <a:solidFill>
                  <a:srgbClr val="5CE1B0"/>
                </a:solidFill>
                <a:latin typeface="Arial"/>
                <a:ea typeface="Arial"/>
                <a:cs typeface="Arial"/>
              </a:rPr>
              <a:t>COPY app.py .</a:t>
            </a:r>
          </a:p>
          <a:p xmlns:a="http://schemas.openxmlformats.org/drawingml/2006/main">
            <a:pPr>
              <a:defRPr sz="2625" b="0">
                <a:solidFill>
                  <a:srgbClr val="5CE1B0"/>
                </a:solidFill>
                <a:latin typeface="Arial"/>
                <a:ea typeface="Arial"/>
                <a:cs typeface="Arial"/>
              </a:defRPr>
            </a:pPr>
            <a:r>
              <a:rPr sz="2625" b="0">
                <a:solidFill>
                  <a:srgbClr val="5CE1B0"/>
                </a:solidFill>
                <a:latin typeface="Arial"/>
                <a:ea typeface="Arial"/>
                <a:cs typeface="Arial"/>
              </a:rPr>
              <a:t>USER 10001:10001</a:t>
            </a:r>
          </a:p>
          <a:p xmlns:a="http://schemas.openxmlformats.org/drawingml/2006/main">
            <a:pPr>
              <a:defRPr sz="2625" b="0">
                <a:solidFill>
                  <a:srgbClr val="5CE1B0"/>
                </a:solidFill>
                <a:latin typeface="Arial"/>
                <a:ea typeface="Arial"/>
                <a:cs typeface="Arial"/>
              </a:defRPr>
            </a:pPr>
            <a:r>
              <a:rPr sz="2625" b="0">
                <a:solidFill>
                  <a:srgbClr val="5CE1B0"/>
                </a:solidFill>
                <a:latin typeface="Arial"/>
                <a:ea typeface="Arial"/>
                <a:cs typeface="Arial"/>
              </a:rPr>
              <a:t>EXPOSE 8000</a:t>
            </a:r>
          </a:p>
          <a:p xmlns:a="http://schemas.openxmlformats.org/drawingml/2006/main">
            <a:pPr>
              <a:defRPr sz="2625" b="0">
                <a:solidFill>
                  <a:srgbClr val="5CE1B0"/>
                </a:solidFill>
                <a:latin typeface="Arial"/>
                <a:ea typeface="Arial"/>
                <a:cs typeface="Arial"/>
              </a:defRPr>
            </a:pPr>
            <a:r>
              <a:rPr sz="2625" b="0">
                <a:solidFill>
                  <a:srgbClr val="5CE1B0"/>
                </a:solidFill>
                <a:latin typeface="Arial"/>
                <a:ea typeface="Arial"/>
                <a:cs typeface="Arial"/>
              </a:rPr>
              <a:t>CMD ["python", "app.py"]</a:t>
            </a:r>
          </a:p>
        </p:txBody>
      </p:sp>
      <p:sp>
        <p:nvSpPr>
          <p:cNvPr id="4" name="">
            <a:extLst xmlns:a="http://schemas.openxmlformats.org/drawingml/2006/main">
              <a:ext uri="{FF2B5EF4-FFF2-40B4-BE49-F238E27FC236}">
                <a16:creationId xmlns:a16="http://schemas.microsoft.com/office/drawing/2014/main" id="{C65E5CEF-57A3-4265-AA8D-557A5ED45490}"/>
              </a:ext>
            </a:extLst>
          </p:cNvPr>
          <p:cNvSpPr>
            <a:spLocks xmlns:a="http://schemas.openxmlformats.org/drawingml/2006/main" noGrp="1"/>
          </p:cNvSpPr>
          <p:nvPr/>
        </p:nvSpPr>
        <p:spPr>
          <a:xfrm xmlns:a="http://schemas.openxmlformats.org/drawingml/2006/main">
            <a:off x="685800" y="5143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B7C7DC"/>
                </a:solidFill>
                <a:latin typeface="Arial"/>
                <a:ea typeface="Arial"/>
                <a:cs typeface="Arial"/>
              </a:defRPr>
            </a:defPPr>
            <a:lvl1pPr>
              <a:defRPr sz="2175" b="0">
                <a:solidFill>
                  <a:srgbClr val="B7C7DC"/>
                </a:solidFill>
                <a:latin typeface="Arial"/>
                <a:ea typeface="Arial"/>
                <a:cs typeface="Arial"/>
              </a:defRPr>
            </a:lvl1pPr>
            <a:lvl2pPr>
              <a:defRPr sz="2175" b="0">
                <a:solidFill>
                  <a:srgbClr val="B7C7DC"/>
                </a:solidFill>
                <a:latin typeface="Arial"/>
                <a:ea typeface="Arial"/>
                <a:cs typeface="Arial"/>
              </a:defRPr>
            </a:lvl2pPr>
            <a:lvl3pPr>
              <a:defRPr sz="2175" b="0">
                <a:solidFill>
                  <a:srgbClr val="B7C7DC"/>
                </a:solidFill>
                <a:latin typeface="Arial"/>
                <a:ea typeface="Arial"/>
                <a:cs typeface="Arial"/>
              </a:defRPr>
            </a:lvl3pPr>
            <a:lvl4pPr>
              <a:defRPr sz="2175" b="0">
                <a:solidFill>
                  <a:srgbClr val="B7C7DC"/>
                </a:solidFill>
                <a:latin typeface="Arial"/>
                <a:ea typeface="Arial"/>
                <a:cs typeface="Arial"/>
              </a:defRPr>
            </a:lvl4pPr>
            <a:lvl5pPr>
              <a:defRPr sz="2175" b="0">
                <a:solidFill>
                  <a:srgbClr val="B7C7DC"/>
                </a:solidFill>
                <a:latin typeface="Arial"/>
                <a:ea typeface="Arial"/>
                <a:cs typeface="Arial"/>
              </a:defRPr>
            </a:lvl5pPr>
            <a:lvl6pPr>
              <a:defRPr sz="2175" b="0">
                <a:solidFill>
                  <a:srgbClr val="B7C7DC"/>
                </a:solidFill>
                <a:latin typeface="Arial"/>
                <a:ea typeface="Arial"/>
                <a:cs typeface="Arial"/>
              </a:defRPr>
            </a:lvl6pPr>
            <a:lvl7pPr>
              <a:defRPr sz="2175" b="0">
                <a:solidFill>
                  <a:srgbClr val="B7C7DC"/>
                </a:solidFill>
                <a:latin typeface="Arial"/>
                <a:ea typeface="Arial"/>
                <a:cs typeface="Arial"/>
              </a:defRPr>
            </a:lvl7pPr>
            <a:lvl8pPr>
              <a:defRPr sz="2175" b="0">
                <a:solidFill>
                  <a:srgbClr val="B7C7DC"/>
                </a:solidFill>
                <a:latin typeface="Arial"/>
                <a:ea typeface="Arial"/>
                <a:cs typeface="Arial"/>
              </a:defRPr>
            </a:lvl8pPr>
            <a:lvl9pPr>
              <a:defRPr sz="2175" b="0">
                <a:solidFill>
                  <a:srgbClr val="B7C7DC"/>
                </a:solidFill>
                <a:latin typeface="Arial"/>
                <a:ea typeface="Arial"/>
                <a:cs typeface="Arial"/>
              </a:defRPr>
            </a:lvl9pPr>
          </a:lstStyle>
          <a:p xmlns:a="http://schemas.openxmlformats.org/drawingml/2006/main">
            <a:pPr>
              <a:defRPr sz="2175" b="0">
                <a:solidFill>
                  <a:srgbClr val="B7C7DC"/>
                </a:solidFill>
                <a:latin typeface="Arial"/>
                <a:ea typeface="Arial"/>
                <a:cs typeface="Arial"/>
              </a:defRPr>
            </a:pPr>
            <a:r>
              <a:rPr sz="2175" b="0">
                <a:solidFill>
                  <a:srgbClr val="B7C7DC"/>
                </a:solidFill>
                <a:latin typeface="Arial"/>
                <a:ea typeface="Arial"/>
                <a:cs typeface="Arial"/>
              </a:rPr>
              <a:t>Build, testes HTTP fora do cluster e image load antes do Deployment</a:t>
            </a:r>
          </a:p>
        </p:txBody>
      </p:sp>
    </p:spTree>
    <p:extLst>
      <p:ext uri="{BB962C8B-B14F-4D97-AF65-F5344CB8AC3E}">
        <p14:creationId xmlns:p14="http://schemas.microsoft.com/office/powerpoint/2010/main" val="1774897507"/>
      </p:ext>
    </p:extLst>
  </p:cSld>
</p:sld>
</file>

<file path=ppt/slides/slide8.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168561C4-3D0E-4CB6-A4DF-36F97E8D8596}"/>
              </a:ext>
            </a:extLst>
          </p:cNvPr>
          <p:cNvCxnSpPr>
            <a:stCxn xmlns:a="http://schemas.openxmlformats.org/drawingml/2006/main" id="4" idx="3"/>
            <a:endCxn xmlns:a="http://schemas.openxmlformats.org/drawingml/2006/main" id="6" idx="1"/>
          </p:cNvCxnSpPr>
          <p:nvPr/>
        </p:nvCxnSpPr>
        <p:spPr>
          <a:xfrm xmlns:a="http://schemas.openxmlformats.org/drawingml/2006/main">
            <a:off x="7543800" y="2976563"/>
            <a:ext cx="571500" cy="0"/>
          </a:xfrm>
          <a:prstGeom xmlns:a="http://schemas.openxmlformats.org/drawingml/2006/main" prst="straightConnector1">
            <a:avLst/>
          </a:prstGeom>
          <a:ln xmlns:a="http://schemas.openxmlformats.org/drawingml/2006/main" w="19050">
            <a:solidFill>
              <a:srgbClr val="64A7FF"/>
            </a:solidFill>
            <a:tailEnd type="arrow" w="med" len="med"/>
          </a:ln>
        </p:spPr>
      </p:cxnSp>
      <p:cxnSp>
        <p:nvCxnSpPr>
          <p:cNvPr id="5" name="">
            <a:extLst xmlns:a="http://schemas.openxmlformats.org/drawingml/2006/main">
              <a:ext uri="{FF2B5EF4-FFF2-40B4-BE49-F238E27FC236}">
                <a16:creationId xmlns:a16="http://schemas.microsoft.com/office/drawing/2014/main" id="{0DB14FA6-08CE-44BF-8DDF-ECB6B61D2E37}"/>
              </a:ext>
            </a:extLst>
          </p:cNvPr>
          <p:cNvCxnSpPr>
            <a:stCxn xmlns:a="http://schemas.openxmlformats.org/drawingml/2006/main" id="3" idx="3"/>
            <a:endCxn xmlns:a="http://schemas.openxmlformats.org/drawingml/2006/main" id="4" idx="1"/>
          </p:cNvCxnSpPr>
          <p:nvPr/>
        </p:nvCxnSpPr>
        <p:spPr>
          <a:xfrm xmlns:a="http://schemas.openxmlformats.org/drawingml/2006/main">
            <a:off x="3829050" y="2976563"/>
            <a:ext cx="571500" cy="0"/>
          </a:xfrm>
          <a:prstGeom xmlns:a="http://schemas.openxmlformats.org/drawingml/2006/main" prst="straightConnector1">
            <a:avLst/>
          </a:prstGeom>
          <a:ln xmlns:a="http://schemas.openxmlformats.org/drawingml/2006/main" w="19050">
            <a:solidFill>
              <a:srgbClr val="64A7FF"/>
            </a:solidFill>
            <a:tailEnd type="arrow" w="med" len="med"/>
          </a:ln>
        </p:spPr>
      </p:cxnSp>
      <p:sp>
        <p:nvSpPr>
          <p:cNvPr id="9" name="">
            <a:extLst xmlns:a="http://schemas.openxmlformats.org/drawingml/2006/main">
              <a:ext uri="{FF2B5EF4-FFF2-40B4-BE49-F238E27FC236}">
                <a16:creationId xmlns:a16="http://schemas.microsoft.com/office/drawing/2014/main" id="{70C8621E-0DFF-4E46-AF31-2EA67BD9AF9C}"/>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Deployment, Pods e Service</a:t>
            </a:r>
          </a:p>
        </p:txBody>
      </p:sp>
      <p:sp>
        <p:nvSpPr>
          <p:cNvPr id="2" name="">
            <a:extLst xmlns:a="http://schemas.openxmlformats.org/drawingml/2006/main">
              <a:ext uri="{FF2B5EF4-FFF2-40B4-BE49-F238E27FC236}">
                <a16:creationId xmlns:a16="http://schemas.microsoft.com/office/drawing/2014/main" id="{7743B288-C1F3-4EC4-9929-BCB4F3B3D2A5}"/>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696E28F1-FD1F-4CDE-AD0D-4314D1F2871F}"/>
              </a:ext>
            </a:extLst>
          </p:cNvPr>
          <p:cNvSpPr>
            <a:spLocks xmlns:a="http://schemas.openxmlformats.org/drawingml/2006/main" noGrp="1"/>
          </p:cNvSpPr>
          <p:nvPr/>
        </p:nvSpPr>
        <p:spPr>
          <a:xfrm xmlns:a="http://schemas.openxmlformats.org/drawingml/2006/main">
            <a:off x="685800" y="2333625"/>
            <a:ext cx="3143250" cy="1285875"/>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Deployment</a:t>
            </a:r>
          </a:p>
        </p:txBody>
      </p:sp>
      <p:sp>
        <p:nvSpPr>
          <p:cNvPr id="4" name="">
            <a:extLst xmlns:a="http://schemas.openxmlformats.org/drawingml/2006/main">
              <a:ext uri="{FF2B5EF4-FFF2-40B4-BE49-F238E27FC236}">
                <a16:creationId xmlns:a16="http://schemas.microsoft.com/office/drawing/2014/main" id="{D2A46F01-80E0-44F2-809B-1E439C492C21}"/>
              </a:ext>
            </a:extLst>
          </p:cNvPr>
          <p:cNvSpPr>
            <a:spLocks xmlns:a="http://schemas.openxmlformats.org/drawingml/2006/main" noGrp="1"/>
          </p:cNvSpPr>
          <p:nvPr/>
        </p:nvSpPr>
        <p:spPr>
          <a:xfrm xmlns:a="http://schemas.openxmlformats.org/drawingml/2006/main">
            <a:off x="4400550" y="2333625"/>
            <a:ext cx="3143250" cy="1285875"/>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ReplicaSet</a:t>
            </a:r>
          </a:p>
        </p:txBody>
      </p:sp>
      <p:sp>
        <p:nvSpPr>
          <p:cNvPr id="6" name="">
            <a:extLst xmlns:a="http://schemas.openxmlformats.org/drawingml/2006/main">
              <a:ext uri="{FF2B5EF4-FFF2-40B4-BE49-F238E27FC236}">
                <a16:creationId xmlns:a16="http://schemas.microsoft.com/office/drawing/2014/main" id="{545854DC-8C03-4D0C-913C-44D57D8934AD}"/>
              </a:ext>
            </a:extLst>
          </p:cNvPr>
          <p:cNvSpPr>
            <a:spLocks xmlns:a="http://schemas.openxmlformats.org/drawingml/2006/main" noGrp="1"/>
          </p:cNvSpPr>
          <p:nvPr/>
        </p:nvSpPr>
        <p:spPr>
          <a:xfrm xmlns:a="http://schemas.openxmlformats.org/drawingml/2006/main">
            <a:off x="8115300" y="2333625"/>
            <a:ext cx="3143250" cy="1285875"/>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Pods</a:t>
            </a:r>
          </a:p>
        </p:txBody>
      </p:sp>
      <p:sp>
        <p:nvSpPr>
          <p:cNvPr id="8" name="">
            <a:extLst xmlns:a="http://schemas.openxmlformats.org/drawingml/2006/main">
              <a:ext uri="{FF2B5EF4-FFF2-40B4-BE49-F238E27FC236}">
                <a16:creationId xmlns:a16="http://schemas.microsoft.com/office/drawing/2014/main" id="{E9EA8839-8164-4450-BB44-805C038372AB}"/>
              </a:ext>
            </a:extLst>
          </p:cNvPr>
          <p:cNvSpPr>
            <a:spLocks xmlns:a="http://schemas.openxmlformats.org/drawingml/2006/main" noGrp="1"/>
          </p:cNvSpPr>
          <p:nvPr/>
        </p:nvSpPr>
        <p:spPr>
          <a:xfrm xmlns:a="http://schemas.openxmlformats.org/drawingml/2006/main">
            <a:off x="685800" y="44767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B7C7DC"/>
                </a:solidFill>
                <a:latin typeface="Arial"/>
                <a:ea typeface="Arial"/>
                <a:cs typeface="Arial"/>
              </a:defRPr>
            </a:defPPr>
            <a:lvl1pPr>
              <a:defRPr sz="2400" b="0">
                <a:solidFill>
                  <a:srgbClr val="B7C7DC"/>
                </a:solidFill>
                <a:latin typeface="Arial"/>
                <a:ea typeface="Arial"/>
                <a:cs typeface="Arial"/>
              </a:defRPr>
            </a:lvl1pPr>
            <a:lvl2pPr>
              <a:defRPr sz="2400" b="0">
                <a:solidFill>
                  <a:srgbClr val="B7C7DC"/>
                </a:solidFill>
                <a:latin typeface="Arial"/>
                <a:ea typeface="Arial"/>
                <a:cs typeface="Arial"/>
              </a:defRPr>
            </a:lvl2pPr>
            <a:lvl3pPr>
              <a:defRPr sz="2400" b="0">
                <a:solidFill>
                  <a:srgbClr val="B7C7DC"/>
                </a:solidFill>
                <a:latin typeface="Arial"/>
                <a:ea typeface="Arial"/>
                <a:cs typeface="Arial"/>
              </a:defRPr>
            </a:lvl3pPr>
            <a:lvl4pPr>
              <a:defRPr sz="2400" b="0">
                <a:solidFill>
                  <a:srgbClr val="B7C7DC"/>
                </a:solidFill>
                <a:latin typeface="Arial"/>
                <a:ea typeface="Arial"/>
                <a:cs typeface="Arial"/>
              </a:defRPr>
            </a:lvl4pPr>
            <a:lvl5pPr>
              <a:defRPr sz="2400" b="0">
                <a:solidFill>
                  <a:srgbClr val="B7C7DC"/>
                </a:solidFill>
                <a:latin typeface="Arial"/>
                <a:ea typeface="Arial"/>
                <a:cs typeface="Arial"/>
              </a:defRPr>
            </a:lvl5pPr>
            <a:lvl6pPr>
              <a:defRPr sz="2400" b="0">
                <a:solidFill>
                  <a:srgbClr val="B7C7DC"/>
                </a:solidFill>
                <a:latin typeface="Arial"/>
                <a:ea typeface="Arial"/>
                <a:cs typeface="Arial"/>
              </a:defRPr>
            </a:lvl6pPr>
            <a:lvl7pPr>
              <a:defRPr sz="2400" b="0">
                <a:solidFill>
                  <a:srgbClr val="B7C7DC"/>
                </a:solidFill>
                <a:latin typeface="Arial"/>
                <a:ea typeface="Arial"/>
                <a:cs typeface="Arial"/>
              </a:defRPr>
            </a:lvl7pPr>
            <a:lvl8pPr>
              <a:defRPr sz="2400" b="0">
                <a:solidFill>
                  <a:srgbClr val="B7C7DC"/>
                </a:solidFill>
                <a:latin typeface="Arial"/>
                <a:ea typeface="Arial"/>
                <a:cs typeface="Arial"/>
              </a:defRPr>
            </a:lvl8pPr>
            <a:lvl9pPr>
              <a:defRPr sz="2400" b="0">
                <a:solidFill>
                  <a:srgbClr val="B7C7DC"/>
                </a:solidFill>
                <a:latin typeface="Arial"/>
                <a:ea typeface="Arial"/>
                <a:cs typeface="Arial"/>
              </a:defRPr>
            </a:lvl9pPr>
          </a:lstStyle>
          <a:p xmlns:a="http://schemas.openxmlformats.org/drawingml/2006/main">
            <a:pPr>
              <a:defRPr sz="2400" b="0">
                <a:solidFill>
                  <a:srgbClr val="B7C7DC"/>
                </a:solidFill>
                <a:latin typeface="Arial"/>
                <a:ea typeface="Arial"/>
                <a:cs typeface="Arial"/>
              </a:defRPr>
            </a:pPr>
            <a:r>
              <a:rPr sz="2400" b="0">
                <a:solidFill>
                  <a:srgbClr val="B7C7DC"/>
                </a:solidFill>
                <a:latin typeface="Arial"/>
                <a:ea typeface="Arial"/>
                <a:cs typeface="Arial"/>
              </a:rPr>
              <a:t>O controlador repõe o Pod excluído. O Service mantém um endereço estável para os destinos prontos.</a:t>
            </a:r>
          </a:p>
        </p:txBody>
      </p:sp>
    </p:spTree>
    <p:extLst>
      <p:ext uri="{BB962C8B-B14F-4D97-AF65-F5344CB8AC3E}">
        <p14:creationId xmlns:p14="http://schemas.microsoft.com/office/powerpoint/2010/main" val="1026697327"/>
      </p:ext>
    </p:extLst>
  </p:cSld>
</p:sld>
</file>

<file path=ppt/slides/slide9.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51BF3E2-3E7F-4A36-A8C4-32AEC3D59E8F}"/>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Recursos e verificações de saúde</a:t>
            </a:r>
          </a:p>
        </p:txBody>
      </p:sp>
      <p:sp>
        <p:nvSpPr>
          <p:cNvPr id="2" name="">
            <a:extLst xmlns:a="http://schemas.openxmlformats.org/drawingml/2006/main">
              <a:ext uri="{FF2B5EF4-FFF2-40B4-BE49-F238E27FC236}">
                <a16:creationId xmlns:a16="http://schemas.microsoft.com/office/drawing/2014/main" id="{EB2C7BDE-2101-446C-8420-A2775189CC45}"/>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09</a:t>
            </a:r>
          </a:p>
        </p:txBody>
      </p:sp>
      <p:graphicFrame>
        <p:nvGraphicFramePr>
          <p:cNvPr id="3" name="">
            <a:extLst xmlns:a="http://schemas.openxmlformats.org/drawingml/2006/main">
              <a:ext uri="{FF2B5EF4-FFF2-40B4-BE49-F238E27FC236}">
                <a16:creationId xmlns:a16="http://schemas.microsoft.com/office/drawing/2014/main" id="{3174404D-8611-4E23-9A8E-A74DEDA434BA}"/>
              </a:ext>
            </a:extLst>
          </p:cNvPr>
          <p:cNvGraphicFramePr/>
          <p:nvPr/>
        </p:nvGraphicFramePr>
        <p:xfrm>
          <a:off xmlns:a="http://schemas.openxmlformats.org/drawingml/2006/main" x="685800" y="1714500"/>
          <a:ext xmlns:a="http://schemas.openxmlformats.org/drawingml/2006/main" cx="10820400" cy="3857625"/>
        </p:xfrm>
        <a:graphic xmlns:a="http://schemas.openxmlformats.org/drawingml/2006/main">
          <a:graphicData uri="http://schemas.openxmlformats.org/drawingml/2006/table">
            <a:tbl>
              <a:tblPr/>
              <a:tblGrid>
                <a:gridCol w="5410200"/>
                <a:gridCol w="5410200"/>
              </a:tblGrid>
              <a:tr h="642938">
                <a:tc>
                  <a:txBody>
                    <a:bodyPr/>
                    <a:lstStyle/>
                    <a:p>
                      <a:r>
                        <a:rPr sz="1800" b="1">
                          <a:solidFill>
                            <a:srgbClr val="F4F7FC"/>
                          </a:solidFill>
                          <a:latin typeface="Arial"/>
                          <a:ea typeface="Arial"/>
                          <a:cs typeface="Arial"/>
                        </a:rPr>
                        <a:t>Configuração por Pod</a:t>
                      </a:r>
                    </a:p>
                  </a:txBody>
                  <a:tcPr marL="91440" marR="91440" marT="45720" marB="45720">
                    <a:solidFill>
                      <a:srgbClr val="244C7E"/>
                    </a:solidFill>
                  </a:tcPr>
                </a:tc>
                <a:tc>
                  <a:txBody>
                    <a:bodyPr/>
                    <a:lstStyle/>
                    <a:p>
                      <a:r>
                        <a:rPr sz="1800" b="1">
                          <a:solidFill>
                            <a:srgbClr val="F4F7FC"/>
                          </a:solidFill>
                          <a:latin typeface="Arial"/>
                          <a:ea typeface="Arial"/>
                          <a:cs typeface="Arial"/>
                        </a:rPr>
                        <a:t>Valor e consequência</a:t>
                      </a:r>
                    </a:p>
                  </a:txBody>
                  <a:tcPr marL="91440" marR="91440" marT="45720" marB="45720">
                    <a:solidFill>
                      <a:srgbClr val="244C7E"/>
                    </a:solidFill>
                  </a:tcPr>
                </a:tc>
              </a:tr>
              <a:tr h="642938">
                <a:tc>
                  <a:txBody>
                    <a:bodyPr/>
                    <a:lstStyle/>
                    <a:p>
                      <a:r>
                        <a:rPr sz="1800" b="0">
                          <a:solidFill>
                            <a:srgbClr val="F4F7FC"/>
                          </a:solidFill>
                          <a:latin typeface="Arial"/>
                          <a:ea typeface="Arial"/>
                          <a:cs typeface="Arial"/>
                        </a:rPr>
                        <a:t>CPU request e limit</a:t>
                      </a:r>
                    </a:p>
                  </a:txBody>
                  <a:tcPr marL="91440" marR="91440" marT="45720" marB="45720">
                    <a:solidFill>
                      <a:srgbClr val="11243C"/>
                    </a:solidFill>
                  </a:tcPr>
                </a:tc>
                <a:tc>
                  <a:txBody>
                    <a:bodyPr/>
                    <a:lstStyle/>
                    <a:p>
                      <a:r>
                        <a:rPr sz="1800" b="0">
                          <a:solidFill>
                            <a:srgbClr val="F4F7FC"/>
                          </a:solidFill>
                          <a:latin typeface="Arial"/>
                          <a:ea typeface="Arial"/>
                          <a:cs typeface="Arial"/>
                        </a:rPr>
                        <a:t>500m. Agendamento e teto de CPU</a:t>
                      </a:r>
                    </a:p>
                  </a:txBody>
                  <a:tcPr marL="91440" marR="91440" marT="45720" marB="45720">
                    <a:solidFill>
                      <a:srgbClr val="11243C"/>
                    </a:solidFill>
                  </a:tcPr>
                </a:tc>
              </a:tr>
              <a:tr h="642938">
                <a:tc>
                  <a:txBody>
                    <a:bodyPr/>
                    <a:lstStyle/>
                    <a:p>
                      <a:r>
                        <a:rPr sz="1800" b="0">
                          <a:solidFill>
                            <a:srgbClr val="F4F7FC"/>
                          </a:solidFill>
                          <a:latin typeface="Arial"/>
                          <a:ea typeface="Arial"/>
                          <a:cs typeface="Arial"/>
                        </a:rPr>
                        <a:t>Memória request / limit</a:t>
                      </a:r>
                    </a:p>
                  </a:txBody>
                  <a:tcPr marL="91440" marR="91440" marT="45720" marB="45720">
                    <a:solidFill>
                      <a:srgbClr val="172E49"/>
                    </a:solidFill>
                  </a:tcPr>
                </a:tc>
                <a:tc>
                  <a:txBody>
                    <a:bodyPr/>
                    <a:lstStyle/>
                    <a:p>
                      <a:r>
                        <a:rPr sz="1800" b="0">
                          <a:solidFill>
                            <a:srgbClr val="F4F7FC"/>
                          </a:solidFill>
                          <a:latin typeface="Arial"/>
                          <a:ea typeface="Arial"/>
                          <a:cs typeface="Arial"/>
                        </a:rPr>
                        <a:t>64Mi / 128Mi. QoS Burstable</a:t>
                      </a:r>
                    </a:p>
                  </a:txBody>
                  <a:tcPr marL="91440" marR="91440" marT="45720" marB="45720">
                    <a:solidFill>
                      <a:srgbClr val="172E49"/>
                    </a:solidFill>
                  </a:tcPr>
                </a:tc>
              </a:tr>
              <a:tr h="642938">
                <a:tc>
                  <a:txBody>
                    <a:bodyPr/>
                    <a:lstStyle/>
                    <a:p>
                      <a:r>
                        <a:rPr sz="1800" b="0">
                          <a:solidFill>
                            <a:srgbClr val="F4F7FC"/>
                          </a:solidFill>
                          <a:latin typeface="Arial"/>
                          <a:ea typeface="Arial"/>
                          <a:cs typeface="Arial"/>
                        </a:rPr>
                        <a:t>Readiness</a:t>
                      </a:r>
                    </a:p>
                  </a:txBody>
                  <a:tcPr marL="91440" marR="91440" marT="45720" marB="45720">
                    <a:solidFill>
                      <a:srgbClr val="11243C"/>
                    </a:solidFill>
                  </a:tcPr>
                </a:tc>
                <a:tc>
                  <a:txBody>
                    <a:bodyPr/>
                    <a:lstStyle/>
                    <a:p>
                      <a:r>
                        <a:rPr sz="1800" b="0">
                          <a:solidFill>
                            <a:srgbClr val="F4F7FC"/>
                          </a:solidFill>
                          <a:latin typeface="Arial"/>
                          <a:ea typeface="Arial"/>
                          <a:cs typeface="Arial"/>
                        </a:rPr>
                        <a:t>GET /readyz a cada 5 s</a:t>
                      </a:r>
                    </a:p>
                  </a:txBody>
                  <a:tcPr marL="91440" marR="91440" marT="45720" marB="45720">
                    <a:solidFill>
                      <a:srgbClr val="11243C"/>
                    </a:solidFill>
                  </a:tcPr>
                </a:tc>
              </a:tr>
              <a:tr h="642938">
                <a:tc>
                  <a:txBody>
                    <a:bodyPr/>
                    <a:lstStyle/>
                    <a:p>
                      <a:r>
                        <a:rPr sz="1800" b="0">
                          <a:solidFill>
                            <a:srgbClr val="F4F7FC"/>
                          </a:solidFill>
                          <a:latin typeface="Arial"/>
                          <a:ea typeface="Arial"/>
                          <a:cs typeface="Arial"/>
                        </a:rPr>
                        <a:t>Liveness</a:t>
                      </a:r>
                    </a:p>
                  </a:txBody>
                  <a:tcPr marL="91440" marR="91440" marT="45720" marB="45720">
                    <a:solidFill>
                      <a:srgbClr val="172E49"/>
                    </a:solidFill>
                  </a:tcPr>
                </a:tc>
                <a:tc>
                  <a:txBody>
                    <a:bodyPr/>
                    <a:lstStyle/>
                    <a:p>
                      <a:r>
                        <a:rPr sz="1800" b="0">
                          <a:solidFill>
                            <a:srgbClr val="F4F7FC"/>
                          </a:solidFill>
                          <a:latin typeface="Arial"/>
                          <a:ea typeface="Arial"/>
                          <a:cs typeface="Arial"/>
                        </a:rPr>
                        <a:t>GET /healthz a cada 10 s, após 10 s</a:t>
                      </a:r>
                    </a:p>
                  </a:txBody>
                  <a:tcPr marL="91440" marR="91440" marT="45720" marB="45720">
                    <a:solidFill>
                      <a:srgbClr val="172E49"/>
                    </a:solidFill>
                  </a:tcPr>
                </a:tc>
              </a:tr>
              <a:tr h="642938">
                <a:tc>
                  <a:txBody>
                    <a:bodyPr/>
                    <a:lstStyle/>
                    <a:p>
                      <a:r>
                        <a:rPr sz="1800" b="0">
                          <a:solidFill>
                            <a:srgbClr val="F4F7FC"/>
                          </a:solidFill>
                          <a:latin typeface="Arial"/>
                          <a:ea typeface="Arial"/>
                          <a:cs typeface="Arial"/>
                        </a:rPr>
                        <a:t>Segurança</a:t>
                      </a:r>
                    </a:p>
                  </a:txBody>
                  <a:tcPr marL="91440" marR="91440" marT="45720" marB="45720">
                    <a:solidFill>
                      <a:srgbClr val="11243C"/>
                    </a:solidFill>
                  </a:tcPr>
                </a:tc>
                <a:tc>
                  <a:txBody>
                    <a:bodyPr/>
                    <a:lstStyle/>
                    <a:p>
                      <a:r>
                        <a:rPr sz="1800" b="0">
                          <a:solidFill>
                            <a:srgbClr val="F4F7FC"/>
                          </a:solidFill>
                          <a:latin typeface="Arial"/>
                          <a:ea typeface="Arial"/>
                          <a:cs typeface="Arial"/>
                        </a:rPr>
                        <a:t>Não root, sem escalada, raiz somente leitura</a:t>
                      </a:r>
                    </a:p>
                  </a:txBody>
                  <a:tcPr marL="91440" marR="91440" marT="45720" marB="45720">
                    <a:solidFill>
                      <a:srgbClr val="11243C"/>
                    </a:solidFill>
                  </a:tcPr>
                </a:tc>
              </a:tr>
            </a:tbl>
          </a:graphicData>
        </a:graphic>
      </p:graphicFrame>
    </p:spTree>
    <p:extLst>
      <p:ext uri="{BB962C8B-B14F-4D97-AF65-F5344CB8AC3E}">
        <p14:creationId xmlns:p14="http://schemas.microsoft.com/office/powerpoint/2010/main" val="1660885099"/>
      </p:ext>
    </p:extLst>
  </p:cSld>
</p:sld>
</file>

<file path=ppt/slides/slide10.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35273355-E6D8-4743-B8B7-949896F2386D}"/>
              </a:ext>
            </a:extLst>
          </p:cNvPr>
          <p:cNvCxnSpPr>
            <a:stCxn xmlns:a="http://schemas.openxmlformats.org/drawingml/2006/main" id="4" idx="3"/>
            <a:endCxn xmlns:a="http://schemas.openxmlformats.org/drawingml/2006/main" id="6" idx="1"/>
          </p:cNvCxnSpPr>
          <p:nvPr/>
        </p:nvCxnSpPr>
        <p:spPr>
          <a:xfrm xmlns:a="http://schemas.openxmlformats.org/drawingml/2006/main">
            <a:off x="7543800" y="2976563"/>
            <a:ext cx="571500" cy="0"/>
          </a:xfrm>
          <a:prstGeom xmlns:a="http://schemas.openxmlformats.org/drawingml/2006/main" prst="straightConnector1">
            <a:avLst/>
          </a:prstGeom>
          <a:ln xmlns:a="http://schemas.openxmlformats.org/drawingml/2006/main" w="19050">
            <a:solidFill>
              <a:srgbClr val="64A7FF"/>
            </a:solidFill>
            <a:tailEnd type="arrow" w="med" len="med"/>
          </a:ln>
        </p:spPr>
      </p:cxnSp>
      <p:cxnSp>
        <p:nvCxnSpPr>
          <p:cNvPr id="5" name="">
            <a:extLst xmlns:a="http://schemas.openxmlformats.org/drawingml/2006/main">
              <a:ext uri="{FF2B5EF4-FFF2-40B4-BE49-F238E27FC236}">
                <a16:creationId xmlns:a16="http://schemas.microsoft.com/office/drawing/2014/main" id="{EAF5FC29-139A-4443-A0D0-2EE629E8ABD2}"/>
              </a:ext>
            </a:extLst>
          </p:cNvPr>
          <p:cNvCxnSpPr>
            <a:stCxn xmlns:a="http://schemas.openxmlformats.org/drawingml/2006/main" id="3" idx="3"/>
            <a:endCxn xmlns:a="http://schemas.openxmlformats.org/drawingml/2006/main" id="4" idx="1"/>
          </p:cNvCxnSpPr>
          <p:nvPr/>
        </p:nvCxnSpPr>
        <p:spPr>
          <a:xfrm xmlns:a="http://schemas.openxmlformats.org/drawingml/2006/main">
            <a:off x="3829050" y="2976563"/>
            <a:ext cx="571500" cy="0"/>
          </a:xfrm>
          <a:prstGeom xmlns:a="http://schemas.openxmlformats.org/drawingml/2006/main" prst="straightConnector1">
            <a:avLst/>
          </a:prstGeom>
          <a:ln xmlns:a="http://schemas.openxmlformats.org/drawingml/2006/main" w="19050">
            <a:solidFill>
              <a:srgbClr val="64A7FF"/>
            </a:solidFill>
            <a:tailEnd type="arrow" w="med" len="med"/>
          </a:ln>
        </p:spPr>
      </p:cxnSp>
      <p:sp>
        <p:nvSpPr>
          <p:cNvPr id="9" name="">
            <a:extLst xmlns:a="http://schemas.openxmlformats.org/drawingml/2006/main">
              <a:ext uri="{FF2B5EF4-FFF2-40B4-BE49-F238E27FC236}">
                <a16:creationId xmlns:a16="http://schemas.microsoft.com/office/drawing/2014/main" id="{0F1810DD-22B7-4897-820D-B48039D80352}"/>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Falha controlada e rollback</a:t>
            </a:r>
          </a:p>
        </p:txBody>
      </p:sp>
      <p:sp>
        <p:nvSpPr>
          <p:cNvPr id="2" name="">
            <a:extLst xmlns:a="http://schemas.openxmlformats.org/drawingml/2006/main">
              <a:ext uri="{FF2B5EF4-FFF2-40B4-BE49-F238E27FC236}">
                <a16:creationId xmlns:a16="http://schemas.microsoft.com/office/drawing/2014/main" id="{2B0B90F7-7344-4547-8D86-ABE3828339B2}"/>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C61E1AD7-73AF-45A2-9974-69F812A728B3}"/>
              </a:ext>
            </a:extLst>
          </p:cNvPr>
          <p:cNvSpPr>
            <a:spLocks xmlns:a="http://schemas.openxmlformats.org/drawingml/2006/main" noGrp="1"/>
          </p:cNvSpPr>
          <p:nvPr/>
        </p:nvSpPr>
        <p:spPr>
          <a:xfrm xmlns:a="http://schemas.openxmlformats.org/drawingml/2006/main">
            <a:off x="685800" y="2333625"/>
            <a:ext cx="3143250" cy="1285875"/>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rotas:1.1 ausente</a:t>
            </a:r>
          </a:p>
        </p:txBody>
      </p:sp>
      <p:sp>
        <p:nvSpPr>
          <p:cNvPr id="4" name="">
            <a:extLst xmlns:a="http://schemas.openxmlformats.org/drawingml/2006/main">
              <a:ext uri="{FF2B5EF4-FFF2-40B4-BE49-F238E27FC236}">
                <a16:creationId xmlns:a16="http://schemas.microsoft.com/office/drawing/2014/main" id="{1BB6D2BA-1099-4A93-9F0E-A8C255368A17}"/>
              </a:ext>
            </a:extLst>
          </p:cNvPr>
          <p:cNvSpPr>
            <a:spLocks xmlns:a="http://schemas.openxmlformats.org/drawingml/2006/main" noGrp="1"/>
          </p:cNvSpPr>
          <p:nvPr/>
        </p:nvSpPr>
        <p:spPr>
          <a:xfrm xmlns:a="http://schemas.openxmlformats.org/drawingml/2006/main">
            <a:off x="4400550" y="2333625"/>
            <a:ext cx="3143250" cy="1285875"/>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Falha no rollout</a:t>
            </a:r>
          </a:p>
        </p:txBody>
      </p:sp>
      <p:sp>
        <p:nvSpPr>
          <p:cNvPr id="6" name="">
            <a:extLst xmlns:a="http://schemas.openxmlformats.org/drawingml/2006/main">
              <a:ext uri="{FF2B5EF4-FFF2-40B4-BE49-F238E27FC236}">
                <a16:creationId xmlns:a16="http://schemas.microsoft.com/office/drawing/2014/main" id="{EF950BA1-19A9-4FC3-BEC6-5290A1225F3C}"/>
              </a:ext>
            </a:extLst>
          </p:cNvPr>
          <p:cNvSpPr>
            <a:spLocks xmlns:a="http://schemas.openxmlformats.org/drawingml/2006/main" noGrp="1"/>
          </p:cNvSpPr>
          <p:nvPr/>
        </p:nvSpPr>
        <p:spPr>
          <a:xfrm xmlns:a="http://schemas.openxmlformats.org/drawingml/2006/main">
            <a:off x="8115300" y="2333625"/>
            <a:ext cx="3143250" cy="1285875"/>
          </a:xfrm>
          <a:prstGeom xmlns:a="http://schemas.openxmlformats.org/drawingml/2006/main" prst="rect">
            <a:avLst/>
          </a:prstGeom>
          <a:solidFill xmlns:a="http://schemas.openxmlformats.org/drawingml/2006/main">
            <a:srgbClr val="16283E"/>
          </a:solidFill>
          <a:ln xmlns:a="http://schemas.openxmlformats.org/drawingml/2006/main" w="14288">
            <a:solidFill>
              <a:srgbClr val="64A7FF"/>
            </a:solidFill>
          </a:ln>
        </p:spPr>
        <p:txBody>
          <a:bodyPr xmlns:a="http://schemas.openxmlformats.org/drawingml/2006/main" anchor="ctr"/>
          <a:lstStyle xmlns:a="http://schemas.openxmlformats.org/drawingml/2006/main">
            <a:defPPr algn="ctr">
              <a:defRPr sz="2025">
                <a:solidFill>
                  <a:srgbClr val="F4F7FC"/>
                </a:solidFill>
                <a:latin typeface="Arial"/>
                <a:ea typeface="Arial"/>
                <a:cs typeface="Arial"/>
              </a:defRPr>
            </a:defPPr>
            <a:lvl1pPr algn="ctr">
              <a:defRPr sz="2025">
                <a:solidFill>
                  <a:srgbClr val="F4F7FC"/>
                </a:solidFill>
                <a:latin typeface="Arial"/>
                <a:ea typeface="Arial"/>
                <a:cs typeface="Arial"/>
              </a:defRPr>
            </a:lvl1pPr>
            <a:lvl2pPr algn="ctr">
              <a:defRPr sz="2025">
                <a:solidFill>
                  <a:srgbClr val="F4F7FC"/>
                </a:solidFill>
                <a:latin typeface="Arial"/>
                <a:ea typeface="Arial"/>
                <a:cs typeface="Arial"/>
              </a:defRPr>
            </a:lvl2pPr>
            <a:lvl3pPr algn="ctr">
              <a:defRPr sz="2025">
                <a:solidFill>
                  <a:srgbClr val="F4F7FC"/>
                </a:solidFill>
                <a:latin typeface="Arial"/>
                <a:ea typeface="Arial"/>
                <a:cs typeface="Arial"/>
              </a:defRPr>
            </a:lvl3pPr>
            <a:lvl4pPr algn="ctr">
              <a:defRPr sz="2025">
                <a:solidFill>
                  <a:srgbClr val="F4F7FC"/>
                </a:solidFill>
                <a:latin typeface="Arial"/>
                <a:ea typeface="Arial"/>
                <a:cs typeface="Arial"/>
              </a:defRPr>
            </a:lvl4pPr>
            <a:lvl5pPr algn="ctr">
              <a:defRPr sz="2025">
                <a:solidFill>
                  <a:srgbClr val="F4F7FC"/>
                </a:solidFill>
                <a:latin typeface="Arial"/>
                <a:ea typeface="Arial"/>
                <a:cs typeface="Arial"/>
              </a:defRPr>
            </a:lvl5pPr>
            <a:lvl6pPr algn="ctr">
              <a:defRPr sz="2025">
                <a:solidFill>
                  <a:srgbClr val="F4F7FC"/>
                </a:solidFill>
                <a:latin typeface="Arial"/>
                <a:ea typeface="Arial"/>
                <a:cs typeface="Arial"/>
              </a:defRPr>
            </a:lvl6pPr>
            <a:lvl7pPr algn="ctr">
              <a:defRPr sz="2025">
                <a:solidFill>
                  <a:srgbClr val="F4F7FC"/>
                </a:solidFill>
                <a:latin typeface="Arial"/>
                <a:ea typeface="Arial"/>
                <a:cs typeface="Arial"/>
              </a:defRPr>
            </a:lvl7pPr>
            <a:lvl8pPr algn="ctr">
              <a:defRPr sz="2025">
                <a:solidFill>
                  <a:srgbClr val="F4F7FC"/>
                </a:solidFill>
                <a:latin typeface="Arial"/>
                <a:ea typeface="Arial"/>
                <a:cs typeface="Arial"/>
              </a:defRPr>
            </a:lvl8pPr>
            <a:lvl9pPr algn="ctr">
              <a:defRPr sz="2025">
                <a:solidFill>
                  <a:srgbClr val="F4F7FC"/>
                </a:solidFill>
                <a:latin typeface="Arial"/>
                <a:ea typeface="Arial"/>
                <a:cs typeface="Arial"/>
              </a:defRPr>
            </a:lvl9pPr>
          </a:lstStyle>
          <a:p xmlns:a="http://schemas.openxmlformats.org/drawingml/2006/main">
            <a:pPr algn="ctr">
              <a:defRPr sz="2025">
                <a:solidFill>
                  <a:srgbClr val="F4F7FC"/>
                </a:solidFill>
                <a:latin typeface="Arial"/>
                <a:ea typeface="Arial"/>
                <a:cs typeface="Arial"/>
              </a:defRPr>
            </a:pPr>
            <a:r>
              <a:rPr sz="2025">
                <a:solidFill>
                  <a:srgbClr val="F4F7FC"/>
                </a:solidFill>
                <a:latin typeface="Arial"/>
                <a:ea typeface="Arial"/>
                <a:cs typeface="Arial"/>
              </a:rPr>
              <a:t>undo para 1.0</a:t>
            </a:r>
          </a:p>
        </p:txBody>
      </p:sp>
      <p:sp>
        <p:nvSpPr>
          <p:cNvPr id="8" name="">
            <a:extLst xmlns:a="http://schemas.openxmlformats.org/drawingml/2006/main">
              <a:ext uri="{FF2B5EF4-FFF2-40B4-BE49-F238E27FC236}">
                <a16:creationId xmlns:a16="http://schemas.microsoft.com/office/drawing/2014/main" id="{480F0059-A3C0-47F2-8A60-1365611B1F27}"/>
              </a:ext>
            </a:extLst>
          </p:cNvPr>
          <p:cNvSpPr>
            <a:spLocks xmlns:a="http://schemas.openxmlformats.org/drawingml/2006/main" noGrp="1"/>
          </p:cNvSpPr>
          <p:nvPr/>
        </p:nvSpPr>
        <p:spPr>
          <a:xfrm xmlns:a="http://schemas.openxmlformats.org/drawingml/2006/main">
            <a:off x="685800" y="4476750"/>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B7C7DC"/>
                </a:solidFill>
                <a:latin typeface="Arial"/>
                <a:ea typeface="Arial"/>
                <a:cs typeface="Arial"/>
              </a:defRPr>
            </a:defPPr>
            <a:lvl1pPr>
              <a:defRPr sz="2400" b="0">
                <a:solidFill>
                  <a:srgbClr val="B7C7DC"/>
                </a:solidFill>
                <a:latin typeface="Arial"/>
                <a:ea typeface="Arial"/>
                <a:cs typeface="Arial"/>
              </a:defRPr>
            </a:lvl1pPr>
            <a:lvl2pPr>
              <a:defRPr sz="2400" b="0">
                <a:solidFill>
                  <a:srgbClr val="B7C7DC"/>
                </a:solidFill>
                <a:latin typeface="Arial"/>
                <a:ea typeface="Arial"/>
                <a:cs typeface="Arial"/>
              </a:defRPr>
            </a:lvl2pPr>
            <a:lvl3pPr>
              <a:defRPr sz="2400" b="0">
                <a:solidFill>
                  <a:srgbClr val="B7C7DC"/>
                </a:solidFill>
                <a:latin typeface="Arial"/>
                <a:ea typeface="Arial"/>
                <a:cs typeface="Arial"/>
              </a:defRPr>
            </a:lvl3pPr>
            <a:lvl4pPr>
              <a:defRPr sz="2400" b="0">
                <a:solidFill>
                  <a:srgbClr val="B7C7DC"/>
                </a:solidFill>
                <a:latin typeface="Arial"/>
                <a:ea typeface="Arial"/>
                <a:cs typeface="Arial"/>
              </a:defRPr>
            </a:lvl4pPr>
            <a:lvl5pPr>
              <a:defRPr sz="2400" b="0">
                <a:solidFill>
                  <a:srgbClr val="B7C7DC"/>
                </a:solidFill>
                <a:latin typeface="Arial"/>
                <a:ea typeface="Arial"/>
                <a:cs typeface="Arial"/>
              </a:defRPr>
            </a:lvl5pPr>
            <a:lvl6pPr>
              <a:defRPr sz="2400" b="0">
                <a:solidFill>
                  <a:srgbClr val="B7C7DC"/>
                </a:solidFill>
                <a:latin typeface="Arial"/>
                <a:ea typeface="Arial"/>
                <a:cs typeface="Arial"/>
              </a:defRPr>
            </a:lvl6pPr>
            <a:lvl7pPr>
              <a:defRPr sz="2400" b="0">
                <a:solidFill>
                  <a:srgbClr val="B7C7DC"/>
                </a:solidFill>
                <a:latin typeface="Arial"/>
                <a:ea typeface="Arial"/>
                <a:cs typeface="Arial"/>
              </a:defRPr>
            </a:lvl7pPr>
            <a:lvl8pPr>
              <a:defRPr sz="2400" b="0">
                <a:solidFill>
                  <a:srgbClr val="B7C7DC"/>
                </a:solidFill>
                <a:latin typeface="Arial"/>
                <a:ea typeface="Arial"/>
                <a:cs typeface="Arial"/>
              </a:defRPr>
            </a:lvl8pPr>
            <a:lvl9pPr>
              <a:defRPr sz="2400" b="0">
                <a:solidFill>
                  <a:srgbClr val="B7C7DC"/>
                </a:solidFill>
                <a:latin typeface="Arial"/>
                <a:ea typeface="Arial"/>
                <a:cs typeface="Arial"/>
              </a:defRPr>
            </a:lvl9pPr>
          </a:lstStyle>
          <a:p xmlns:a="http://schemas.openxmlformats.org/drawingml/2006/main">
            <a:pPr>
              <a:defRPr sz="2400" b="0">
                <a:solidFill>
                  <a:srgbClr val="B7C7DC"/>
                </a:solidFill>
                <a:latin typeface="Arial"/>
                <a:ea typeface="Arial"/>
                <a:cs typeface="Arial"/>
              </a:defRPr>
            </a:pPr>
            <a:r>
              <a:rPr sz="2400" b="0">
                <a:solidFill>
                  <a:srgbClr val="B7C7DC"/>
                </a:solidFill>
                <a:latin typeface="Arial"/>
                <a:ea typeface="Arial"/>
                <a:cs typeface="Arial"/>
              </a:rPr>
              <a:t>O Pod antigo continua atendendo enquanto o novo não fica pronto</a:t>
            </a:r>
          </a:p>
        </p:txBody>
      </p:sp>
    </p:spTree>
    <p:extLst>
      <p:ext uri="{BB962C8B-B14F-4D97-AF65-F5344CB8AC3E}">
        <p14:creationId xmlns:p14="http://schemas.microsoft.com/office/powerpoint/2010/main" val="1745594734"/>
      </p:ext>
    </p:extLst>
  </p:cSld>
</p:sld>
</file>

<file path=ppt/slides/slide11.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D9E08B-EBB9-43E9-BBB0-403068DA77E0}"/>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Metodologia de carga</a:t>
            </a:r>
          </a:p>
        </p:txBody>
      </p:sp>
      <p:sp>
        <p:nvSpPr>
          <p:cNvPr id="2" name="">
            <a:extLst xmlns:a="http://schemas.openxmlformats.org/drawingml/2006/main">
              <a:ext uri="{FF2B5EF4-FFF2-40B4-BE49-F238E27FC236}">
                <a16:creationId xmlns:a16="http://schemas.microsoft.com/office/drawing/2014/main" id="{BA89944B-E69F-4835-9566-A8794ABFE3E0}"/>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11</a:t>
            </a:r>
          </a:p>
        </p:txBody>
      </p:sp>
      <p:graphicFrame>
        <p:nvGraphicFramePr>
          <p:cNvPr id="3" name="">
            <a:extLst xmlns:a="http://schemas.openxmlformats.org/drawingml/2006/main">
              <a:ext uri="{FF2B5EF4-FFF2-40B4-BE49-F238E27FC236}">
                <a16:creationId xmlns:a16="http://schemas.microsoft.com/office/drawing/2014/main" id="{4C49C30A-738D-4763-9BBD-27EB1BC603B0}"/>
              </a:ext>
            </a:extLst>
          </p:cNvPr>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3606800"/>
                <a:gridCol w="3606800"/>
                <a:gridCol w="3606800"/>
              </a:tblGrid>
              <a:tr h="714375">
                <a:tc>
                  <a:txBody>
                    <a:bodyPr/>
                    <a:lstStyle/>
                    <a:p>
                      <a:r>
                        <a:rPr sz="1800" b="1">
                          <a:solidFill>
                            <a:srgbClr val="F4F7FC"/>
                          </a:solidFill>
                          <a:latin typeface="Arial"/>
                          <a:ea typeface="Arial"/>
                          <a:cs typeface="Arial"/>
                        </a:rPr>
                        <a:t>Período</a:t>
                      </a:r>
                    </a:p>
                  </a:txBody>
                  <a:tcPr marL="91440" marR="91440" marT="45720" marB="45720">
                    <a:solidFill>
                      <a:srgbClr val="244C7E"/>
                    </a:solidFill>
                  </a:tcPr>
                </a:tc>
                <a:tc>
                  <a:txBody>
                    <a:bodyPr/>
                    <a:lstStyle/>
                    <a:p>
                      <a:r>
                        <a:rPr sz="1800" b="1">
                          <a:solidFill>
                            <a:srgbClr val="F4F7FC"/>
                          </a:solidFill>
                          <a:latin typeface="Arial"/>
                          <a:ea typeface="Arial"/>
                          <a:cs typeface="Arial"/>
                        </a:rPr>
                        <a:t>Duração</a:t>
                      </a:r>
                    </a:p>
                  </a:txBody>
                  <a:tcPr marL="91440" marR="91440" marT="45720" marB="45720">
                    <a:solidFill>
                      <a:srgbClr val="244C7E"/>
                    </a:solidFill>
                  </a:tcPr>
                </a:tc>
                <a:tc>
                  <a:txBody>
                    <a:bodyPr/>
                    <a:lstStyle/>
                    <a:p>
                      <a:r>
                        <a:rPr sz="1800" b="1">
                          <a:solidFill>
                            <a:srgbClr val="F4F7FC"/>
                          </a:solidFill>
                          <a:latin typeface="Arial"/>
                          <a:ea typeface="Arial"/>
                          <a:cs typeface="Arial"/>
                        </a:rPr>
                        <a:t>Entra nas métricas próprias?</a:t>
                      </a:r>
                    </a:p>
                  </a:txBody>
                  <a:tcPr marL="91440" marR="91440" marT="45720" marB="45720">
                    <a:solidFill>
                      <a:srgbClr val="244C7E"/>
                    </a:solidFill>
                  </a:tcPr>
                </a:tc>
              </a:tr>
              <a:tr h="714375">
                <a:tc>
                  <a:txBody>
                    <a:bodyPr/>
                    <a:lstStyle/>
                    <a:p>
                      <a:r>
                        <a:rPr sz="1800" b="0">
                          <a:solidFill>
                            <a:srgbClr val="F4F7FC"/>
                          </a:solidFill>
                          <a:latin typeface="Arial"/>
                          <a:ea typeface="Arial"/>
                          <a:cs typeface="Arial"/>
                        </a:rPr>
                        <a:t>Aquecimento</a:t>
                      </a:r>
                    </a:p>
                  </a:txBody>
                  <a:tcPr marL="91440" marR="91440" marT="45720" marB="45720">
                    <a:solidFill>
                      <a:srgbClr val="11243C"/>
                    </a:solidFill>
                  </a:tcPr>
                </a:tc>
                <a:tc>
                  <a:txBody>
                    <a:bodyPr/>
                    <a:lstStyle/>
                    <a:p>
                      <a:r>
                        <a:rPr sz="1800" b="0">
                          <a:solidFill>
                            <a:srgbClr val="F4F7FC"/>
                          </a:solidFill>
                          <a:latin typeface="Arial"/>
                          <a:ea typeface="Arial"/>
                          <a:cs typeface="Arial"/>
                        </a:rPr>
                        <a:t>0–10 s</a:t>
                      </a:r>
                    </a:p>
                  </a:txBody>
                  <a:tcPr marL="91440" marR="91440" marT="45720" marB="45720">
                    <a:solidFill>
                      <a:srgbClr val="11243C"/>
                    </a:solidFill>
                  </a:tcPr>
                </a:tc>
                <a:tc>
                  <a:txBody>
                    <a:bodyPr/>
                    <a:lstStyle/>
                    <a:p>
                      <a:r>
                        <a:rPr sz="1800" b="0">
                          <a:solidFill>
                            <a:srgbClr val="F4F7FC"/>
                          </a:solidFill>
                          <a:latin typeface="Arial"/>
                          <a:ea typeface="Arial"/>
                          <a:cs typeface="Arial"/>
                        </a:rPr>
                        <a:t>Não</a:t>
                      </a:r>
                    </a:p>
                  </a:txBody>
                  <a:tcPr marL="91440" marR="91440" marT="45720" marB="45720">
                    <a:solidFill>
                      <a:srgbClr val="11243C"/>
                    </a:solidFill>
                  </a:tcPr>
                </a:tc>
              </a:tr>
              <a:tr h="714375">
                <a:tc>
                  <a:txBody>
                    <a:bodyPr/>
                    <a:lstStyle/>
                    <a:p>
                      <a:r>
                        <a:rPr sz="1800" b="0">
                          <a:solidFill>
                            <a:srgbClr val="F4F7FC"/>
                          </a:solidFill>
                          <a:latin typeface="Arial"/>
                          <a:ea typeface="Arial"/>
                          <a:cs typeface="Arial"/>
                        </a:rPr>
                        <a:t>Intervalo</a:t>
                      </a:r>
                    </a:p>
                  </a:txBody>
                  <a:tcPr marL="91440" marR="91440" marT="45720" marB="45720">
                    <a:solidFill>
                      <a:srgbClr val="172E49"/>
                    </a:solidFill>
                  </a:tcPr>
                </a:tc>
                <a:tc>
                  <a:txBody>
                    <a:bodyPr/>
                    <a:lstStyle/>
                    <a:p>
                      <a:r>
                        <a:rPr sz="1800" b="0">
                          <a:solidFill>
                            <a:srgbClr val="F4F7FC"/>
                          </a:solidFill>
                          <a:latin typeface="Arial"/>
                          <a:ea typeface="Arial"/>
                          <a:cs typeface="Arial"/>
                        </a:rPr>
                        <a:t>10–20 s</a:t>
                      </a:r>
                    </a:p>
                  </a:txBody>
                  <a:tcPr marL="91440" marR="91440" marT="45720" marB="45720">
                    <a:solidFill>
                      <a:srgbClr val="172E49"/>
                    </a:solidFill>
                  </a:tcPr>
                </a:tc>
                <a:tc>
                  <a:txBody>
                    <a:bodyPr/>
                    <a:lstStyle/>
                    <a:p>
                      <a:r>
                        <a:rPr sz="1800" b="0">
                          <a:solidFill>
                            <a:srgbClr val="F4F7FC"/>
                          </a:solidFill>
                          <a:latin typeface="Arial"/>
                          <a:ea typeface="Arial"/>
                          <a:cs typeface="Arial"/>
                        </a:rPr>
                        <a:t>Não</a:t>
                      </a:r>
                    </a:p>
                  </a:txBody>
                  <a:tcPr marL="91440" marR="91440" marT="45720" marB="45720">
                    <a:solidFill>
                      <a:srgbClr val="172E49"/>
                    </a:solidFill>
                  </a:tcPr>
                </a:tc>
              </a:tr>
              <a:tr h="714375">
                <a:tc>
                  <a:txBody>
                    <a:bodyPr/>
                    <a:lstStyle/>
                    <a:p>
                      <a:r>
                        <a:rPr sz="1800" b="0">
                          <a:solidFill>
                            <a:srgbClr val="F4F7FC"/>
                          </a:solidFill>
                          <a:latin typeface="Arial"/>
                          <a:ea typeface="Arial"/>
                          <a:cs typeface="Arial"/>
                        </a:rPr>
                        <a:t>Medição</a:t>
                      </a:r>
                    </a:p>
                  </a:txBody>
                  <a:tcPr marL="91440" marR="91440" marT="45720" marB="45720">
                    <a:solidFill>
                      <a:srgbClr val="11243C"/>
                    </a:solidFill>
                  </a:tcPr>
                </a:tc>
                <a:tc>
                  <a:txBody>
                    <a:bodyPr/>
                    <a:lstStyle/>
                    <a:p>
                      <a:r>
                        <a:rPr sz="1800" b="0">
                          <a:solidFill>
                            <a:srgbClr val="F4F7FC"/>
                          </a:solidFill>
                          <a:latin typeface="Arial"/>
                          <a:ea typeface="Arial"/>
                          <a:cs typeface="Arial"/>
                        </a:rPr>
                        <a:t>20–80 s</a:t>
                      </a:r>
                    </a:p>
                  </a:txBody>
                  <a:tcPr marL="91440" marR="91440" marT="45720" marB="45720">
                    <a:solidFill>
                      <a:srgbClr val="11243C"/>
                    </a:solidFill>
                  </a:tcPr>
                </a:tc>
                <a:tc>
                  <a:txBody>
                    <a:bodyPr/>
                    <a:lstStyle/>
                    <a:p>
                      <a:r>
                        <a:rPr sz="1800" b="0">
                          <a:solidFill>
                            <a:srgbClr val="F4F7FC"/>
                          </a:solidFill>
                          <a:latin typeface="Arial"/>
                          <a:ea typeface="Arial"/>
                          <a:cs typeface="Arial"/>
                        </a:rPr>
                        <a:t>Sim, 60 segundos</a:t>
                      </a:r>
                    </a:p>
                  </a:txBody>
                  <a:tcPr marL="91440" marR="91440" marT="45720" marB="45720">
                    <a:solidFill>
                      <a:srgbClr val="11243C"/>
                    </a:solidFill>
                  </a:tcPr>
                </a:tc>
              </a:tr>
            </a:tbl>
          </a:graphicData>
        </a:graphic>
      </p:graphicFrame>
      <p:sp>
        <p:nvSpPr>
          <p:cNvPr id="4" name="">
            <a:extLst xmlns:a="http://schemas.openxmlformats.org/drawingml/2006/main">
              <a:ext uri="{FF2B5EF4-FFF2-40B4-BE49-F238E27FC236}">
                <a16:creationId xmlns:a16="http://schemas.microsoft.com/office/drawing/2014/main" id="{F2B1043E-E359-4114-94F0-683AB1A655AB}"/>
              </a:ext>
            </a:extLst>
          </p:cNvPr>
          <p:cNvSpPr>
            <a:spLocks xmlns:a="http://schemas.openxmlformats.org/drawingml/2006/main" noGrp="1"/>
          </p:cNvSpPr>
          <p:nvPr/>
        </p:nvSpPr>
        <p:spPr>
          <a:xfrm xmlns:a="http://schemas.openxmlformats.org/drawingml/2006/main">
            <a:off x="685800" y="50958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CE1B0"/>
                </a:solidFill>
                <a:latin typeface="Arial"/>
                <a:ea typeface="Arial"/>
                <a:cs typeface="Arial"/>
              </a:defRPr>
            </a:defPPr>
            <a:lvl1pPr>
              <a:defRPr sz="2025" b="0">
                <a:solidFill>
                  <a:srgbClr val="5CE1B0"/>
                </a:solidFill>
                <a:latin typeface="Arial"/>
                <a:ea typeface="Arial"/>
                <a:cs typeface="Arial"/>
              </a:defRPr>
            </a:lvl1pPr>
            <a:lvl2pPr>
              <a:defRPr sz="2025" b="0">
                <a:solidFill>
                  <a:srgbClr val="5CE1B0"/>
                </a:solidFill>
                <a:latin typeface="Arial"/>
                <a:ea typeface="Arial"/>
                <a:cs typeface="Arial"/>
              </a:defRPr>
            </a:lvl2pPr>
            <a:lvl3pPr>
              <a:defRPr sz="2025" b="0">
                <a:solidFill>
                  <a:srgbClr val="5CE1B0"/>
                </a:solidFill>
                <a:latin typeface="Arial"/>
                <a:ea typeface="Arial"/>
                <a:cs typeface="Arial"/>
              </a:defRPr>
            </a:lvl3pPr>
            <a:lvl4pPr>
              <a:defRPr sz="2025" b="0">
                <a:solidFill>
                  <a:srgbClr val="5CE1B0"/>
                </a:solidFill>
                <a:latin typeface="Arial"/>
                <a:ea typeface="Arial"/>
                <a:cs typeface="Arial"/>
              </a:defRPr>
            </a:lvl4pPr>
            <a:lvl5pPr>
              <a:defRPr sz="2025" b="0">
                <a:solidFill>
                  <a:srgbClr val="5CE1B0"/>
                </a:solidFill>
                <a:latin typeface="Arial"/>
                <a:ea typeface="Arial"/>
                <a:cs typeface="Arial"/>
              </a:defRPr>
            </a:lvl5pPr>
            <a:lvl6pPr>
              <a:defRPr sz="2025" b="0">
                <a:solidFill>
                  <a:srgbClr val="5CE1B0"/>
                </a:solidFill>
                <a:latin typeface="Arial"/>
                <a:ea typeface="Arial"/>
                <a:cs typeface="Arial"/>
              </a:defRPr>
            </a:lvl6pPr>
            <a:lvl7pPr>
              <a:defRPr sz="2025" b="0">
                <a:solidFill>
                  <a:srgbClr val="5CE1B0"/>
                </a:solidFill>
                <a:latin typeface="Arial"/>
                <a:ea typeface="Arial"/>
                <a:cs typeface="Arial"/>
              </a:defRPr>
            </a:lvl7pPr>
            <a:lvl8pPr>
              <a:defRPr sz="2025" b="0">
                <a:solidFill>
                  <a:srgbClr val="5CE1B0"/>
                </a:solidFill>
                <a:latin typeface="Arial"/>
                <a:ea typeface="Arial"/>
                <a:cs typeface="Arial"/>
              </a:defRPr>
            </a:lvl8pPr>
            <a:lvl9pPr>
              <a:defRPr sz="2025" b="0">
                <a:solidFill>
                  <a:srgbClr val="5CE1B0"/>
                </a:solidFill>
                <a:latin typeface="Arial"/>
                <a:ea typeface="Arial"/>
                <a:cs typeface="Arial"/>
              </a:defRPr>
            </a:lvl9pPr>
          </a:lstStyle>
          <a:p xmlns:a="http://schemas.openxmlformats.org/drawingml/2006/main">
            <a:pPr>
              <a:defRPr sz="2025" b="0">
                <a:solidFill>
                  <a:srgbClr val="5CE1B0"/>
                </a:solidFill>
                <a:latin typeface="Arial"/>
                <a:ea typeface="Arial"/>
                <a:cs typeface="Arial"/>
              </a:defRPr>
            </a:pPr>
            <a:r>
              <a:rPr sz="2025" b="0">
                <a:solidFill>
                  <a:srgbClr val="5CE1B0"/>
                </a:solidFill>
                <a:latin typeface="Arial"/>
                <a:ea typeface="Arial"/>
                <a:cs typeface="Arial"/>
              </a:rPr>
              <a:t>TAXA 6/s     PARADAS 9     Metas: p95 &lt;800 ms, falhas &lt;1%, descartes 0</a:t>
            </a:r>
          </a:p>
        </p:txBody>
      </p:sp>
    </p:spTree>
    <p:extLst>
      <p:ext uri="{BB962C8B-B14F-4D97-AF65-F5344CB8AC3E}">
        <p14:creationId xmlns:p14="http://schemas.microsoft.com/office/powerpoint/2010/main" val="368434237"/>
      </p:ext>
    </p:extLst>
  </p:cSld>
</p:sld>
</file>

<file path=ppt/slides/slide12.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03E4EC-5C05-4C2F-9038-774932C9DF44}"/>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Comparação de 1, 2 e 3 Pods</a:t>
            </a:r>
          </a:p>
        </p:txBody>
      </p:sp>
      <p:sp>
        <p:nvSpPr>
          <p:cNvPr id="2" name="">
            <a:extLst xmlns:a="http://schemas.openxmlformats.org/drawingml/2006/main">
              <a:ext uri="{FF2B5EF4-FFF2-40B4-BE49-F238E27FC236}">
                <a16:creationId xmlns:a16="http://schemas.microsoft.com/office/drawing/2014/main" id="{A930D8AF-175F-42A3-96B7-02ECCBB467B8}"/>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91C5C126-1B64-4C07-AC07-F50A34AC2878}"/>
              </a:ext>
            </a:extLst>
          </p:cNvPr>
          <p:cNvGraphicFramePr/>
          <p:nvPr/>
        </p:nvGraphicFramePr>
        <p:xfrm>
          <a:off xmlns:a="http://schemas.openxmlformats.org/drawingml/2006/main" x="685800" y="1714500"/>
          <a:ext xmlns:a="http://schemas.openxmlformats.org/drawingml/2006/main" cx="10820400" cy="3333750"/>
        </p:xfrm>
        <a:graphic xmlns:a="http://schemas.openxmlformats.org/drawingml/2006/main">
          <a:graphicData uri="http://schemas.openxmlformats.org/drawingml/2006/table">
            <a:tbl>
              <a:tblPr/>
              <a:tblGrid>
                <a:gridCol w="2705100"/>
                <a:gridCol w="2705100"/>
                <a:gridCol w="2705100"/>
                <a:gridCol w="2705100"/>
              </a:tblGrid>
              <a:tr h="833438">
                <a:tc>
                  <a:txBody>
                    <a:bodyPr/>
                    <a:lstStyle/>
                    <a:p>
                      <a:r>
                        <a:rPr sz="1800" b="1">
                          <a:solidFill>
                            <a:srgbClr val="F4F7FC"/>
                          </a:solidFill>
                          <a:latin typeface="Arial"/>
                          <a:ea typeface="Arial"/>
                          <a:cs typeface="Arial"/>
                        </a:rPr>
                        <a:t>Rodada</a:t>
                      </a:r>
                    </a:p>
                  </a:txBody>
                  <a:tcPr marL="91440" marR="91440" marT="45720" marB="45720">
                    <a:solidFill>
                      <a:srgbClr val="244C7E"/>
                    </a:solidFill>
                  </a:tcPr>
                </a:tc>
                <a:tc>
                  <a:txBody>
                    <a:bodyPr/>
                    <a:lstStyle/>
                    <a:p>
                      <a:r>
                        <a:rPr sz="1800" b="1">
                          <a:solidFill>
                            <a:srgbClr val="F4F7FC"/>
                          </a:solidFill>
                          <a:latin typeface="Arial"/>
                          <a:ea typeface="Arial"/>
                          <a:cs typeface="Arial"/>
                        </a:rPr>
                        <a:t>1º teste</a:t>
                      </a:r>
                    </a:p>
                  </a:txBody>
                  <a:tcPr marL="91440" marR="91440" marT="45720" marB="45720">
                    <a:solidFill>
                      <a:srgbClr val="244C7E"/>
                    </a:solidFill>
                  </a:tcPr>
                </a:tc>
                <a:tc>
                  <a:txBody>
                    <a:bodyPr/>
                    <a:lstStyle/>
                    <a:p>
                      <a:r>
                        <a:rPr sz="1800" b="1">
                          <a:solidFill>
                            <a:srgbClr val="F4F7FC"/>
                          </a:solidFill>
                          <a:latin typeface="Arial"/>
                          <a:ea typeface="Arial"/>
                          <a:cs typeface="Arial"/>
                        </a:rPr>
                        <a:t>2º teste</a:t>
                      </a:r>
                    </a:p>
                  </a:txBody>
                  <a:tcPr marL="91440" marR="91440" marT="45720" marB="45720">
                    <a:solidFill>
                      <a:srgbClr val="244C7E"/>
                    </a:solidFill>
                  </a:tcPr>
                </a:tc>
                <a:tc>
                  <a:txBody>
                    <a:bodyPr/>
                    <a:lstStyle/>
                    <a:p>
                      <a:r>
                        <a:rPr sz="1800" b="1">
                          <a:solidFill>
                            <a:srgbClr val="F4F7FC"/>
                          </a:solidFill>
                          <a:latin typeface="Arial"/>
                          <a:ea typeface="Arial"/>
                          <a:cs typeface="Arial"/>
                        </a:rPr>
                        <a:t>3º teste</a:t>
                      </a:r>
                    </a:p>
                  </a:txBody>
                  <a:tcPr marL="91440" marR="91440" marT="45720" marB="45720">
                    <a:solidFill>
                      <a:srgbClr val="244C7E"/>
                    </a:solidFill>
                  </a:tcPr>
                </a:tc>
              </a:tr>
              <a:tr h="833438">
                <a:tc>
                  <a:txBody>
                    <a:bodyPr/>
                    <a:lstStyle/>
                    <a:p>
                      <a:r>
                        <a:rPr sz="1800" b="0">
                          <a:solidFill>
                            <a:srgbClr val="F4F7FC"/>
                          </a:solidFill>
                          <a:latin typeface="Arial"/>
                          <a:ea typeface="Arial"/>
                          <a:cs typeface="Arial"/>
                        </a:rPr>
                        <a:t>A</a:t>
                      </a:r>
                    </a:p>
                  </a:txBody>
                  <a:tcPr marL="91440" marR="91440" marT="45720" marB="45720">
                    <a:solidFill>
                      <a:srgbClr val="11243C"/>
                    </a:solidFill>
                  </a:tcPr>
                </a:tc>
                <a:tc>
                  <a:txBody>
                    <a:bodyPr/>
                    <a:lstStyle/>
                    <a:p>
                      <a:r>
                        <a:rPr sz="1800" b="0">
                          <a:solidFill>
                            <a:srgbClr val="F4F7FC"/>
                          </a:solidFill>
                          <a:latin typeface="Arial"/>
                          <a:ea typeface="Arial"/>
                          <a:cs typeface="Arial"/>
                        </a:rPr>
                        <a:t>3 Pods</a:t>
                      </a:r>
                    </a:p>
                  </a:txBody>
                  <a:tcPr marL="91440" marR="91440" marT="45720" marB="45720">
                    <a:solidFill>
                      <a:srgbClr val="11243C"/>
                    </a:solidFill>
                  </a:tcPr>
                </a:tc>
                <a:tc>
                  <a:txBody>
                    <a:bodyPr/>
                    <a:lstStyle/>
                    <a:p>
                      <a:r>
                        <a:rPr sz="1800" b="0">
                          <a:solidFill>
                            <a:srgbClr val="F4F7FC"/>
                          </a:solidFill>
                          <a:latin typeface="Arial"/>
                          <a:ea typeface="Arial"/>
                          <a:cs typeface="Arial"/>
                        </a:rPr>
                        <a:t>1 Pod</a:t>
                      </a:r>
                    </a:p>
                  </a:txBody>
                  <a:tcPr marL="91440" marR="91440" marT="45720" marB="45720">
                    <a:solidFill>
                      <a:srgbClr val="11243C"/>
                    </a:solidFill>
                  </a:tcPr>
                </a:tc>
                <a:tc>
                  <a:txBody>
                    <a:bodyPr/>
                    <a:lstStyle/>
                    <a:p>
                      <a:r>
                        <a:rPr sz="1800" b="0">
                          <a:solidFill>
                            <a:srgbClr val="F4F7FC"/>
                          </a:solidFill>
                          <a:latin typeface="Arial"/>
                          <a:ea typeface="Arial"/>
                          <a:cs typeface="Arial"/>
                        </a:rPr>
                        <a:t>2 Pods</a:t>
                      </a:r>
                    </a:p>
                  </a:txBody>
                  <a:tcPr marL="91440" marR="91440" marT="45720" marB="45720">
                    <a:solidFill>
                      <a:srgbClr val="11243C"/>
                    </a:solidFill>
                  </a:tcPr>
                </a:tc>
              </a:tr>
              <a:tr h="833438">
                <a:tc>
                  <a:txBody>
                    <a:bodyPr/>
                    <a:lstStyle/>
                    <a:p>
                      <a:r>
                        <a:rPr sz="1800" b="0">
                          <a:solidFill>
                            <a:srgbClr val="F4F7FC"/>
                          </a:solidFill>
                          <a:latin typeface="Arial"/>
                          <a:ea typeface="Arial"/>
                          <a:cs typeface="Arial"/>
                        </a:rPr>
                        <a:t>B</a:t>
                      </a:r>
                    </a:p>
                  </a:txBody>
                  <a:tcPr marL="91440" marR="91440" marT="45720" marB="45720">
                    <a:solidFill>
                      <a:srgbClr val="172E49"/>
                    </a:solidFill>
                  </a:tcPr>
                </a:tc>
                <a:tc>
                  <a:txBody>
                    <a:bodyPr/>
                    <a:lstStyle/>
                    <a:p>
                      <a:r>
                        <a:rPr sz="1800" b="0">
                          <a:solidFill>
                            <a:srgbClr val="F4F7FC"/>
                          </a:solidFill>
                          <a:latin typeface="Arial"/>
                          <a:ea typeface="Arial"/>
                          <a:cs typeface="Arial"/>
                        </a:rPr>
                        <a:t>2 Pods</a:t>
                      </a:r>
                    </a:p>
                  </a:txBody>
                  <a:tcPr marL="91440" marR="91440" marT="45720" marB="45720">
                    <a:solidFill>
                      <a:srgbClr val="172E49"/>
                    </a:solidFill>
                  </a:tcPr>
                </a:tc>
                <a:tc>
                  <a:txBody>
                    <a:bodyPr/>
                    <a:lstStyle/>
                    <a:p>
                      <a:r>
                        <a:rPr sz="1800" b="0">
                          <a:solidFill>
                            <a:srgbClr val="F4F7FC"/>
                          </a:solidFill>
                          <a:latin typeface="Arial"/>
                          <a:ea typeface="Arial"/>
                          <a:cs typeface="Arial"/>
                        </a:rPr>
                        <a:t>3 Pods</a:t>
                      </a:r>
                    </a:p>
                  </a:txBody>
                  <a:tcPr marL="91440" marR="91440" marT="45720" marB="45720">
                    <a:solidFill>
                      <a:srgbClr val="172E49"/>
                    </a:solidFill>
                  </a:tcPr>
                </a:tc>
                <a:tc>
                  <a:txBody>
                    <a:bodyPr/>
                    <a:lstStyle/>
                    <a:p>
                      <a:r>
                        <a:rPr sz="1800" b="0">
                          <a:solidFill>
                            <a:srgbClr val="F4F7FC"/>
                          </a:solidFill>
                          <a:latin typeface="Arial"/>
                          <a:ea typeface="Arial"/>
                          <a:cs typeface="Arial"/>
                        </a:rPr>
                        <a:t>1 Pod</a:t>
                      </a:r>
                    </a:p>
                  </a:txBody>
                  <a:tcPr marL="91440" marR="91440" marT="45720" marB="45720">
                    <a:solidFill>
                      <a:srgbClr val="172E49"/>
                    </a:solidFill>
                  </a:tcPr>
                </a:tc>
              </a:tr>
              <a:tr h="833438">
                <a:tc>
                  <a:txBody>
                    <a:bodyPr/>
                    <a:lstStyle/>
                    <a:p>
                      <a:r>
                        <a:rPr sz="1800" b="0">
                          <a:solidFill>
                            <a:srgbClr val="F4F7FC"/>
                          </a:solidFill>
                          <a:latin typeface="Arial"/>
                          <a:ea typeface="Arial"/>
                          <a:cs typeface="Arial"/>
                        </a:rPr>
                        <a:t>C</a:t>
                      </a:r>
                    </a:p>
                  </a:txBody>
                  <a:tcPr marL="91440" marR="91440" marT="45720" marB="45720">
                    <a:solidFill>
                      <a:srgbClr val="11243C"/>
                    </a:solidFill>
                  </a:tcPr>
                </a:tc>
                <a:tc>
                  <a:txBody>
                    <a:bodyPr/>
                    <a:lstStyle/>
                    <a:p>
                      <a:r>
                        <a:rPr sz="1800" b="0">
                          <a:solidFill>
                            <a:srgbClr val="F4F7FC"/>
                          </a:solidFill>
                          <a:latin typeface="Arial"/>
                          <a:ea typeface="Arial"/>
                          <a:cs typeface="Arial"/>
                        </a:rPr>
                        <a:t>1 Pod</a:t>
                      </a:r>
                    </a:p>
                  </a:txBody>
                  <a:tcPr marL="91440" marR="91440" marT="45720" marB="45720">
                    <a:solidFill>
                      <a:srgbClr val="11243C"/>
                    </a:solidFill>
                  </a:tcPr>
                </a:tc>
                <a:tc>
                  <a:txBody>
                    <a:bodyPr/>
                    <a:lstStyle/>
                    <a:p>
                      <a:r>
                        <a:rPr sz="1800" b="0">
                          <a:solidFill>
                            <a:srgbClr val="F4F7FC"/>
                          </a:solidFill>
                          <a:latin typeface="Arial"/>
                          <a:ea typeface="Arial"/>
                          <a:cs typeface="Arial"/>
                        </a:rPr>
                        <a:t>2 Pods</a:t>
                      </a:r>
                    </a:p>
                  </a:txBody>
                  <a:tcPr marL="91440" marR="91440" marT="45720" marB="45720">
                    <a:solidFill>
                      <a:srgbClr val="11243C"/>
                    </a:solidFill>
                  </a:tcPr>
                </a:tc>
                <a:tc>
                  <a:txBody>
                    <a:bodyPr/>
                    <a:lstStyle/>
                    <a:p>
                      <a:r>
                        <a:rPr sz="1800" b="0">
                          <a:solidFill>
                            <a:srgbClr val="F4F7FC"/>
                          </a:solidFill>
                          <a:latin typeface="Arial"/>
                          <a:ea typeface="Arial"/>
                          <a:cs typeface="Arial"/>
                        </a:rPr>
                        <a:t>3 Pods</a:t>
                      </a:r>
                    </a:p>
                  </a:txBody>
                  <a:tcPr marL="91440" marR="91440" marT="45720" marB="45720">
                    <a:solidFill>
                      <a:srgbClr val="11243C"/>
                    </a:solidFill>
                  </a:tcPr>
                </a:tc>
              </a:tr>
            </a:tbl>
          </a:graphicData>
        </a:graphic>
      </p:graphicFrame>
      <p:sp>
        <p:nvSpPr>
          <p:cNvPr id="4" name="">
            <a:extLst xmlns:a="http://schemas.openxmlformats.org/drawingml/2006/main">
              <a:ext uri="{FF2B5EF4-FFF2-40B4-BE49-F238E27FC236}">
                <a16:creationId xmlns:a16="http://schemas.microsoft.com/office/drawing/2014/main" id="{1C731A95-FD45-4E44-AB6B-EB86605B9BCA}"/>
              </a:ext>
            </a:extLst>
          </p:cNvPr>
          <p:cNvSpPr>
            <a:spLocks xmlns:a="http://schemas.openxmlformats.org/drawingml/2006/main" noGrp="1"/>
          </p:cNvSpPr>
          <p:nvPr/>
        </p:nvSpPr>
        <p:spPr>
          <a:xfrm xmlns:a="http://schemas.openxmlformats.org/drawingml/2006/main">
            <a:off x="685800" y="53816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B7C7DC"/>
                </a:solidFill>
                <a:latin typeface="Arial"/>
                <a:ea typeface="Arial"/>
                <a:cs typeface="Arial"/>
              </a:defRPr>
            </a:defPPr>
            <a:lvl1pPr>
              <a:defRPr sz="2025" b="0">
                <a:solidFill>
                  <a:srgbClr val="B7C7DC"/>
                </a:solidFill>
                <a:latin typeface="Arial"/>
                <a:ea typeface="Arial"/>
                <a:cs typeface="Arial"/>
              </a:defRPr>
            </a:lvl1pPr>
            <a:lvl2pPr>
              <a:defRPr sz="2025" b="0">
                <a:solidFill>
                  <a:srgbClr val="B7C7DC"/>
                </a:solidFill>
                <a:latin typeface="Arial"/>
                <a:ea typeface="Arial"/>
                <a:cs typeface="Arial"/>
              </a:defRPr>
            </a:lvl2pPr>
            <a:lvl3pPr>
              <a:defRPr sz="2025" b="0">
                <a:solidFill>
                  <a:srgbClr val="B7C7DC"/>
                </a:solidFill>
                <a:latin typeface="Arial"/>
                <a:ea typeface="Arial"/>
                <a:cs typeface="Arial"/>
              </a:defRPr>
            </a:lvl3pPr>
            <a:lvl4pPr>
              <a:defRPr sz="2025" b="0">
                <a:solidFill>
                  <a:srgbClr val="B7C7DC"/>
                </a:solidFill>
                <a:latin typeface="Arial"/>
                <a:ea typeface="Arial"/>
                <a:cs typeface="Arial"/>
              </a:defRPr>
            </a:lvl4pPr>
            <a:lvl5pPr>
              <a:defRPr sz="2025" b="0">
                <a:solidFill>
                  <a:srgbClr val="B7C7DC"/>
                </a:solidFill>
                <a:latin typeface="Arial"/>
                <a:ea typeface="Arial"/>
                <a:cs typeface="Arial"/>
              </a:defRPr>
            </a:lvl5pPr>
            <a:lvl6pPr>
              <a:defRPr sz="2025" b="0">
                <a:solidFill>
                  <a:srgbClr val="B7C7DC"/>
                </a:solidFill>
                <a:latin typeface="Arial"/>
                <a:ea typeface="Arial"/>
                <a:cs typeface="Arial"/>
              </a:defRPr>
            </a:lvl6pPr>
            <a:lvl7pPr>
              <a:defRPr sz="2025" b="0">
                <a:solidFill>
                  <a:srgbClr val="B7C7DC"/>
                </a:solidFill>
                <a:latin typeface="Arial"/>
                <a:ea typeface="Arial"/>
                <a:cs typeface="Arial"/>
              </a:defRPr>
            </a:lvl7pPr>
            <a:lvl8pPr>
              <a:defRPr sz="2025" b="0">
                <a:solidFill>
                  <a:srgbClr val="B7C7DC"/>
                </a:solidFill>
                <a:latin typeface="Arial"/>
                <a:ea typeface="Arial"/>
                <a:cs typeface="Arial"/>
              </a:defRPr>
            </a:lvl8pPr>
            <a:lvl9pPr>
              <a:defRPr sz="2025" b="0">
                <a:solidFill>
                  <a:srgbClr val="B7C7DC"/>
                </a:solidFill>
                <a:latin typeface="Arial"/>
                <a:ea typeface="Arial"/>
                <a:cs typeface="Arial"/>
              </a:defRPr>
            </a:lvl9pPr>
          </a:lstStyle>
          <a:p xmlns:a="http://schemas.openxmlformats.org/drawingml/2006/main">
            <a:pPr>
              <a:defRPr sz="2025" b="0">
                <a:solidFill>
                  <a:srgbClr val="B7C7DC"/>
                </a:solidFill>
                <a:latin typeface="Arial"/>
                <a:ea typeface="Arial"/>
                <a:cs typeface="Arial"/>
              </a:defRPr>
            </a:pPr>
            <a:r>
              <a:rPr sz="2025" b="0">
                <a:solidFill>
                  <a:srgbClr val="B7C7DC"/>
                </a:solidFill>
                <a:latin typeface="Arial"/>
                <a:ea typeface="Arial"/>
                <a:cs typeface="Arial"/>
              </a:rPr>
              <a:t>9/9 medições completas. Mesma imagem, taxa, duração e recursos por Pod.</a:t>
            </a:r>
          </a:p>
        </p:txBody>
      </p:sp>
    </p:spTree>
    <p:extLst>
      <p:ext uri="{BB962C8B-B14F-4D97-AF65-F5344CB8AC3E}">
        <p14:creationId xmlns:p14="http://schemas.microsoft.com/office/powerpoint/2010/main" val="1993188373"/>
      </p:ext>
    </p:extLst>
  </p:cSld>
</p:sld>
</file>

<file path=ppt/slides/slide13.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57D157-9EF5-48B6-B377-C895BA5A5C9D}"/>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Resultados das medições</a:t>
            </a:r>
          </a:p>
        </p:txBody>
      </p:sp>
      <p:sp>
        <p:nvSpPr>
          <p:cNvPr id="2" name="">
            <a:extLst xmlns:a="http://schemas.openxmlformats.org/drawingml/2006/main">
              <a:ext uri="{FF2B5EF4-FFF2-40B4-BE49-F238E27FC236}">
                <a16:creationId xmlns:a16="http://schemas.microsoft.com/office/drawing/2014/main" id="{C76166A9-D88E-48A8-849B-228747712A7E}"/>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13</a:t>
            </a:r>
          </a:p>
        </p:txBody>
      </p:sp>
      <p:graphicFrame>
        <p:nvGraphicFramePr>
          <p:cNvPr id="3" name="Chart">
            <a:extLst xmlns:a="http://schemas.openxmlformats.org/drawingml/2006/main">
              <a:ext uri="{FF2B5EF4-FFF2-40B4-BE49-F238E27FC236}">
                <a16:creationId xmlns:a16="http://schemas.microsoft.com/office/drawing/2014/main" id="{00295B9D-95DC-415B-91DE-1797ABFBDD72}"/>
              </a:ext>
            </a:extLst>
          </p:cNvPr>
          <p:cNvGraphicFramePr/>
          <p:nvPr/>
        </p:nvGraphicFramePr>
        <p:xfrm>
          <a:off xmlns:a="http://schemas.openxmlformats.org/drawingml/2006/main" x="685800" y="1809750"/>
          <a:ext xmlns:a="http://schemas.openxmlformats.org/drawingml/2006/main" cx="5238750" cy="3333750"/>
        </p:xfrm>
        <a:graphic xmlns:a="http://schemas.openxmlformats.org/drawingml/2006/main">
          <a:graphicData uri="http://schemas.openxmlformats.org/drawingml/2006/chart">
            <c:chart xmlns:r="http://schemas.openxmlformats.org/officeDocument/2006/relationships" xmlns:c="http://schemas.openxmlformats.org/drawingml/2006/chart" r:id="R1def3b008d7f43a2"/>
          </a:graphicData>
        </a:graphic>
      </p:graphicFrame>
      <p:graphicFrame>
        <p:nvGraphicFramePr>
          <p:cNvPr id="4" name="Chart">
            <a:extLst xmlns:a="http://schemas.openxmlformats.org/drawingml/2006/main">
              <a:ext uri="{FF2B5EF4-FFF2-40B4-BE49-F238E27FC236}">
                <a16:creationId xmlns:a16="http://schemas.microsoft.com/office/drawing/2014/main" id="{CA6B9D22-2A7D-4C52-BB71-9E4B09446336}"/>
              </a:ext>
            </a:extLst>
          </p:cNvPr>
          <p:cNvGraphicFramePr/>
          <p:nvPr/>
        </p:nvGraphicFramePr>
        <p:xfrm>
          <a:off xmlns:a="http://schemas.openxmlformats.org/drawingml/2006/main" x="6257925" y="1809750"/>
          <a:ext xmlns:a="http://schemas.openxmlformats.org/drawingml/2006/main" cx="5238750" cy="3333750"/>
        </p:xfrm>
        <a:graphic xmlns:a="http://schemas.openxmlformats.org/drawingml/2006/main">
          <a:graphicData uri="http://schemas.openxmlformats.org/drawingml/2006/chart">
            <c:chart xmlns:r="http://schemas.openxmlformats.org/officeDocument/2006/relationships" xmlns:c="http://schemas.openxmlformats.org/drawingml/2006/chart" r:id="R8c9d6e8308614e95"/>
          </a:graphicData>
        </a:graphic>
      </p:graphicFrame>
      <p:sp>
        <p:nvSpPr>
          <p:cNvPr id="5" name="">
            <a:extLst xmlns:a="http://schemas.openxmlformats.org/drawingml/2006/main">
              <a:ext uri="{FF2B5EF4-FFF2-40B4-BE49-F238E27FC236}">
                <a16:creationId xmlns:a16="http://schemas.microsoft.com/office/drawing/2014/main" id="{66B0E292-2562-4BC9-9E58-2DFDBECBD93C}"/>
              </a:ext>
            </a:extLst>
          </p:cNvPr>
          <p:cNvSpPr>
            <a:spLocks xmlns:a="http://schemas.openxmlformats.org/drawingml/2006/main" noGrp="1"/>
          </p:cNvSpPr>
          <p:nvPr/>
        </p:nvSpPr>
        <p:spPr>
          <a:xfrm xmlns:a="http://schemas.openxmlformats.org/drawingml/2006/main">
            <a:off x="685800" y="54292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5CE1B0"/>
                </a:solidFill>
                <a:latin typeface="Arial"/>
                <a:ea typeface="Arial"/>
                <a:cs typeface="Arial"/>
              </a:defRPr>
            </a:defPPr>
            <a:lvl1pPr>
              <a:defRPr sz="2025" b="0">
                <a:solidFill>
                  <a:srgbClr val="5CE1B0"/>
                </a:solidFill>
                <a:latin typeface="Arial"/>
                <a:ea typeface="Arial"/>
                <a:cs typeface="Arial"/>
              </a:defRPr>
            </a:lvl1pPr>
            <a:lvl2pPr>
              <a:defRPr sz="2025" b="0">
                <a:solidFill>
                  <a:srgbClr val="5CE1B0"/>
                </a:solidFill>
                <a:latin typeface="Arial"/>
                <a:ea typeface="Arial"/>
                <a:cs typeface="Arial"/>
              </a:defRPr>
            </a:lvl2pPr>
            <a:lvl3pPr>
              <a:defRPr sz="2025" b="0">
                <a:solidFill>
                  <a:srgbClr val="5CE1B0"/>
                </a:solidFill>
                <a:latin typeface="Arial"/>
                <a:ea typeface="Arial"/>
                <a:cs typeface="Arial"/>
              </a:defRPr>
            </a:lvl3pPr>
            <a:lvl4pPr>
              <a:defRPr sz="2025" b="0">
                <a:solidFill>
                  <a:srgbClr val="5CE1B0"/>
                </a:solidFill>
                <a:latin typeface="Arial"/>
                <a:ea typeface="Arial"/>
                <a:cs typeface="Arial"/>
              </a:defRPr>
            </a:lvl4pPr>
            <a:lvl5pPr>
              <a:defRPr sz="2025" b="0">
                <a:solidFill>
                  <a:srgbClr val="5CE1B0"/>
                </a:solidFill>
                <a:latin typeface="Arial"/>
                <a:ea typeface="Arial"/>
                <a:cs typeface="Arial"/>
              </a:defRPr>
            </a:lvl5pPr>
            <a:lvl6pPr>
              <a:defRPr sz="2025" b="0">
                <a:solidFill>
                  <a:srgbClr val="5CE1B0"/>
                </a:solidFill>
                <a:latin typeface="Arial"/>
                <a:ea typeface="Arial"/>
                <a:cs typeface="Arial"/>
              </a:defRPr>
            </a:lvl6pPr>
            <a:lvl7pPr>
              <a:defRPr sz="2025" b="0">
                <a:solidFill>
                  <a:srgbClr val="5CE1B0"/>
                </a:solidFill>
                <a:latin typeface="Arial"/>
                <a:ea typeface="Arial"/>
                <a:cs typeface="Arial"/>
              </a:defRPr>
            </a:lvl7pPr>
            <a:lvl8pPr>
              <a:defRPr sz="2025" b="0">
                <a:solidFill>
                  <a:srgbClr val="5CE1B0"/>
                </a:solidFill>
                <a:latin typeface="Arial"/>
                <a:ea typeface="Arial"/>
                <a:cs typeface="Arial"/>
              </a:defRPr>
            </a:lvl8pPr>
            <a:lvl9pPr>
              <a:defRPr sz="2025" b="0">
                <a:solidFill>
                  <a:srgbClr val="5CE1B0"/>
                </a:solidFill>
                <a:latin typeface="Arial"/>
                <a:ea typeface="Arial"/>
                <a:cs typeface="Arial"/>
              </a:defRPr>
            </a:lvl9pPr>
          </a:lstStyle>
          <a:p xmlns:a="http://schemas.openxmlformats.org/drawingml/2006/main">
            <a:pPr>
              <a:defRPr sz="2025" b="0">
                <a:solidFill>
                  <a:srgbClr val="5CE1B0"/>
                </a:solidFill>
                <a:latin typeface="Arial"/>
                <a:ea typeface="Arial"/>
                <a:cs typeface="Arial"/>
              </a:defRPr>
            </a:pPr>
            <a:r>
              <a:rPr sz="2025" b="0">
                <a:solidFill>
                  <a:srgbClr val="5CE1B0"/>
                </a:solidFill>
                <a:latin typeface="Arial"/>
                <a:ea typeface="Arial"/>
                <a:cs typeface="Arial"/>
              </a:rPr>
              <a:t>Falhas medianas: 1 Pod(s) = 62.88%    2 Pod(s) = 41.27%    3 Pod(s) = 32.40%</a:t>
            </a:r>
          </a:p>
        </p:txBody>
      </p:sp>
    </p:spTree>
    <p:extLst>
      <p:ext uri="{BB962C8B-B14F-4D97-AF65-F5344CB8AC3E}">
        <p14:creationId xmlns:p14="http://schemas.microsoft.com/office/powerpoint/2010/main" val="952447159"/>
      </p:ext>
    </p:extLst>
  </p:cSld>
</p:sld>
</file>

<file path=ppt/slides/slide14.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A3FB657-98A7-45F1-B9F6-C464372441C2}"/>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Diagnóstico e gargalos</a:t>
            </a:r>
          </a:p>
        </p:txBody>
      </p:sp>
      <p:sp>
        <p:nvSpPr>
          <p:cNvPr id="2" name="">
            <a:extLst xmlns:a="http://schemas.openxmlformats.org/drawingml/2006/main">
              <a:ext uri="{FF2B5EF4-FFF2-40B4-BE49-F238E27FC236}">
                <a16:creationId xmlns:a16="http://schemas.microsoft.com/office/drawing/2014/main" id="{33725AD0-24E7-4183-B188-E6CAAD2DF7E3}"/>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3894E69D-E1FE-49BF-ABFE-BB7DE6752A6E}"/>
              </a:ext>
            </a:extLst>
          </p:cNvPr>
          <p:cNvSpPr>
            <a:spLocks xmlns:a="http://schemas.openxmlformats.org/drawingml/2006/main" noGrp="1"/>
          </p:cNvSpPr>
          <p:nvPr/>
        </p:nvSpPr>
        <p:spPr>
          <a:xfrm xmlns:a="http://schemas.openxmlformats.org/drawingml/2006/main">
            <a:off x="685800" y="190500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4A7FF"/>
                </a:solidFill>
                <a:latin typeface="Arial"/>
                <a:ea typeface="Arial"/>
                <a:cs typeface="Arial"/>
              </a:defRPr>
            </a:defPPr>
            <a:lvl1pPr>
              <a:defRPr sz="2550" b="1">
                <a:solidFill>
                  <a:srgbClr val="64A7FF"/>
                </a:solidFill>
                <a:latin typeface="Arial"/>
                <a:ea typeface="Arial"/>
                <a:cs typeface="Arial"/>
              </a:defRPr>
            </a:lvl1pPr>
            <a:lvl2pPr>
              <a:defRPr sz="2550" b="1">
                <a:solidFill>
                  <a:srgbClr val="64A7FF"/>
                </a:solidFill>
                <a:latin typeface="Arial"/>
                <a:ea typeface="Arial"/>
                <a:cs typeface="Arial"/>
              </a:defRPr>
            </a:lvl2pPr>
            <a:lvl3pPr>
              <a:defRPr sz="2550" b="1">
                <a:solidFill>
                  <a:srgbClr val="64A7FF"/>
                </a:solidFill>
                <a:latin typeface="Arial"/>
                <a:ea typeface="Arial"/>
                <a:cs typeface="Arial"/>
              </a:defRPr>
            </a:lvl3pPr>
            <a:lvl4pPr>
              <a:defRPr sz="2550" b="1">
                <a:solidFill>
                  <a:srgbClr val="64A7FF"/>
                </a:solidFill>
                <a:latin typeface="Arial"/>
                <a:ea typeface="Arial"/>
                <a:cs typeface="Arial"/>
              </a:defRPr>
            </a:lvl4pPr>
            <a:lvl5pPr>
              <a:defRPr sz="2550" b="1">
                <a:solidFill>
                  <a:srgbClr val="64A7FF"/>
                </a:solidFill>
                <a:latin typeface="Arial"/>
                <a:ea typeface="Arial"/>
                <a:cs typeface="Arial"/>
              </a:defRPr>
            </a:lvl5pPr>
            <a:lvl6pPr>
              <a:defRPr sz="2550" b="1">
                <a:solidFill>
                  <a:srgbClr val="64A7FF"/>
                </a:solidFill>
                <a:latin typeface="Arial"/>
                <a:ea typeface="Arial"/>
                <a:cs typeface="Arial"/>
              </a:defRPr>
            </a:lvl6pPr>
            <a:lvl7pPr>
              <a:defRPr sz="2550" b="1">
                <a:solidFill>
                  <a:srgbClr val="64A7FF"/>
                </a:solidFill>
                <a:latin typeface="Arial"/>
                <a:ea typeface="Arial"/>
                <a:cs typeface="Arial"/>
              </a:defRPr>
            </a:lvl7pPr>
            <a:lvl8pPr>
              <a:defRPr sz="2550" b="1">
                <a:solidFill>
                  <a:srgbClr val="64A7FF"/>
                </a:solidFill>
                <a:latin typeface="Arial"/>
                <a:ea typeface="Arial"/>
                <a:cs typeface="Arial"/>
              </a:defRPr>
            </a:lvl8pPr>
            <a:lvl9pPr>
              <a:defRPr sz="2550" b="1">
                <a:solidFill>
                  <a:srgbClr val="64A7FF"/>
                </a:solidFill>
                <a:latin typeface="Arial"/>
                <a:ea typeface="Arial"/>
                <a:cs typeface="Arial"/>
              </a:defRPr>
            </a:lvl9pPr>
          </a:lstStyle>
          <a:p xmlns:a="http://schemas.openxmlformats.org/drawingml/2006/main">
            <a:pPr>
              <a:defRPr sz="2550" b="1">
                <a:solidFill>
                  <a:srgbClr val="64A7FF"/>
                </a:solidFill>
                <a:latin typeface="Arial"/>
                <a:ea typeface="Arial"/>
                <a:cs typeface="Arial"/>
              </a:defRPr>
            </a:pPr>
            <a:r>
              <a:rPr sz="2550" b="1">
                <a:solidFill>
                  <a:srgbClr val="64A7F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5F8E7127-E7D5-42C2-A5F2-281796191DB4}"/>
              </a:ext>
            </a:extLst>
          </p:cNvPr>
          <p:cNvSpPr>
            <a:spLocks xmlns:a="http://schemas.openxmlformats.org/drawingml/2006/main" noGrp="1"/>
          </p:cNvSpPr>
          <p:nvPr/>
        </p:nvSpPr>
        <p:spPr>
          <a:xfrm xmlns:a="http://schemas.openxmlformats.org/drawingml/2006/main">
            <a:off x="1714500" y="19050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4F7FC"/>
                </a:solidFill>
                <a:latin typeface="Arial"/>
                <a:ea typeface="Arial"/>
                <a:cs typeface="Arial"/>
              </a:defRPr>
            </a:defPPr>
            <a:lvl1pPr>
              <a:defRPr sz="2400" b="0">
                <a:solidFill>
                  <a:srgbClr val="F4F7FC"/>
                </a:solidFill>
                <a:latin typeface="Arial"/>
                <a:ea typeface="Arial"/>
                <a:cs typeface="Arial"/>
              </a:defRPr>
            </a:lvl1pPr>
            <a:lvl2pPr>
              <a:defRPr sz="2400" b="0">
                <a:solidFill>
                  <a:srgbClr val="F4F7FC"/>
                </a:solidFill>
                <a:latin typeface="Arial"/>
                <a:ea typeface="Arial"/>
                <a:cs typeface="Arial"/>
              </a:defRPr>
            </a:lvl2pPr>
            <a:lvl3pPr>
              <a:defRPr sz="2400" b="0">
                <a:solidFill>
                  <a:srgbClr val="F4F7FC"/>
                </a:solidFill>
                <a:latin typeface="Arial"/>
                <a:ea typeface="Arial"/>
                <a:cs typeface="Arial"/>
              </a:defRPr>
            </a:lvl3pPr>
            <a:lvl4pPr>
              <a:defRPr sz="2400" b="0">
                <a:solidFill>
                  <a:srgbClr val="F4F7FC"/>
                </a:solidFill>
                <a:latin typeface="Arial"/>
                <a:ea typeface="Arial"/>
                <a:cs typeface="Arial"/>
              </a:defRPr>
            </a:lvl4pPr>
            <a:lvl5pPr>
              <a:defRPr sz="2400" b="0">
                <a:solidFill>
                  <a:srgbClr val="F4F7FC"/>
                </a:solidFill>
                <a:latin typeface="Arial"/>
                <a:ea typeface="Arial"/>
                <a:cs typeface="Arial"/>
              </a:defRPr>
            </a:lvl5pPr>
            <a:lvl6pPr>
              <a:defRPr sz="2400" b="0">
                <a:solidFill>
                  <a:srgbClr val="F4F7FC"/>
                </a:solidFill>
                <a:latin typeface="Arial"/>
                <a:ea typeface="Arial"/>
                <a:cs typeface="Arial"/>
              </a:defRPr>
            </a:lvl6pPr>
            <a:lvl7pPr>
              <a:defRPr sz="2400" b="0">
                <a:solidFill>
                  <a:srgbClr val="F4F7FC"/>
                </a:solidFill>
                <a:latin typeface="Arial"/>
                <a:ea typeface="Arial"/>
                <a:cs typeface="Arial"/>
              </a:defRPr>
            </a:lvl7pPr>
            <a:lvl8pPr>
              <a:defRPr sz="2400" b="0">
                <a:solidFill>
                  <a:srgbClr val="F4F7FC"/>
                </a:solidFill>
                <a:latin typeface="Arial"/>
                <a:ea typeface="Arial"/>
                <a:cs typeface="Arial"/>
              </a:defRPr>
            </a:lvl8pPr>
            <a:lvl9pPr>
              <a:defRPr sz="2400" b="0">
                <a:solidFill>
                  <a:srgbClr val="F4F7FC"/>
                </a:solidFill>
                <a:latin typeface="Arial"/>
                <a:ea typeface="Arial"/>
                <a:cs typeface="Arial"/>
              </a:defRPr>
            </a:lvl9pPr>
          </a:lstStyle>
          <a:p xmlns:a="http://schemas.openxmlformats.org/drawingml/2006/main">
            <a:pPr>
              <a:defRPr sz="2400" b="0">
                <a:solidFill>
                  <a:srgbClr val="F4F7FC"/>
                </a:solidFill>
                <a:latin typeface="Arial"/>
                <a:ea typeface="Arial"/>
                <a:cs typeface="Arial"/>
              </a:defRPr>
            </a:pPr>
            <a:r>
              <a:rPr sz="2400" b="0">
                <a:solidFill>
                  <a:srgbClr val="F4F7FC"/>
                </a:solidFill>
                <a:latin typeface="Arial"/>
                <a:ea typeface="Arial"/>
                <a:cs typeface="Arial"/>
              </a:rPr>
              <a:t>Cálculo por força bruta e um trabalho por Pod</a:t>
            </a:r>
          </a:p>
        </p:txBody>
      </p:sp>
      <p:sp>
        <p:nvSpPr>
          <p:cNvPr id="5" name="">
            <a:extLst xmlns:a="http://schemas.openxmlformats.org/drawingml/2006/main">
              <a:ext uri="{FF2B5EF4-FFF2-40B4-BE49-F238E27FC236}">
                <a16:creationId xmlns:a16="http://schemas.microsoft.com/office/drawing/2014/main" id="{F2B2CA0E-9A2F-4D3F-B69B-C1447E91EE68}"/>
              </a:ext>
            </a:extLst>
          </p:cNvPr>
          <p:cNvSpPr>
            <a:spLocks xmlns:a="http://schemas.openxmlformats.org/drawingml/2006/main" noGrp="1"/>
          </p:cNvSpPr>
          <p:nvPr/>
        </p:nvSpPr>
        <p:spPr>
          <a:xfrm xmlns:a="http://schemas.openxmlformats.org/drawingml/2006/main">
            <a:off x="685800" y="280987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4A7FF"/>
                </a:solidFill>
                <a:latin typeface="Arial"/>
                <a:ea typeface="Arial"/>
                <a:cs typeface="Arial"/>
              </a:defRPr>
            </a:defPPr>
            <a:lvl1pPr>
              <a:defRPr sz="2550" b="1">
                <a:solidFill>
                  <a:srgbClr val="64A7FF"/>
                </a:solidFill>
                <a:latin typeface="Arial"/>
                <a:ea typeface="Arial"/>
                <a:cs typeface="Arial"/>
              </a:defRPr>
            </a:lvl1pPr>
            <a:lvl2pPr>
              <a:defRPr sz="2550" b="1">
                <a:solidFill>
                  <a:srgbClr val="64A7FF"/>
                </a:solidFill>
                <a:latin typeface="Arial"/>
                <a:ea typeface="Arial"/>
                <a:cs typeface="Arial"/>
              </a:defRPr>
            </a:lvl2pPr>
            <a:lvl3pPr>
              <a:defRPr sz="2550" b="1">
                <a:solidFill>
                  <a:srgbClr val="64A7FF"/>
                </a:solidFill>
                <a:latin typeface="Arial"/>
                <a:ea typeface="Arial"/>
                <a:cs typeface="Arial"/>
              </a:defRPr>
            </a:lvl3pPr>
            <a:lvl4pPr>
              <a:defRPr sz="2550" b="1">
                <a:solidFill>
                  <a:srgbClr val="64A7FF"/>
                </a:solidFill>
                <a:latin typeface="Arial"/>
                <a:ea typeface="Arial"/>
                <a:cs typeface="Arial"/>
              </a:defRPr>
            </a:lvl4pPr>
            <a:lvl5pPr>
              <a:defRPr sz="2550" b="1">
                <a:solidFill>
                  <a:srgbClr val="64A7FF"/>
                </a:solidFill>
                <a:latin typeface="Arial"/>
                <a:ea typeface="Arial"/>
                <a:cs typeface="Arial"/>
              </a:defRPr>
            </a:lvl5pPr>
            <a:lvl6pPr>
              <a:defRPr sz="2550" b="1">
                <a:solidFill>
                  <a:srgbClr val="64A7FF"/>
                </a:solidFill>
                <a:latin typeface="Arial"/>
                <a:ea typeface="Arial"/>
                <a:cs typeface="Arial"/>
              </a:defRPr>
            </a:lvl6pPr>
            <a:lvl7pPr>
              <a:defRPr sz="2550" b="1">
                <a:solidFill>
                  <a:srgbClr val="64A7FF"/>
                </a:solidFill>
                <a:latin typeface="Arial"/>
                <a:ea typeface="Arial"/>
                <a:cs typeface="Arial"/>
              </a:defRPr>
            </a:lvl7pPr>
            <a:lvl8pPr>
              <a:defRPr sz="2550" b="1">
                <a:solidFill>
                  <a:srgbClr val="64A7FF"/>
                </a:solidFill>
                <a:latin typeface="Arial"/>
                <a:ea typeface="Arial"/>
                <a:cs typeface="Arial"/>
              </a:defRPr>
            </a:lvl8pPr>
            <a:lvl9pPr>
              <a:defRPr sz="2550" b="1">
                <a:solidFill>
                  <a:srgbClr val="64A7FF"/>
                </a:solidFill>
                <a:latin typeface="Arial"/>
                <a:ea typeface="Arial"/>
                <a:cs typeface="Arial"/>
              </a:defRPr>
            </a:lvl9pPr>
          </a:lstStyle>
          <a:p xmlns:a="http://schemas.openxmlformats.org/drawingml/2006/main">
            <a:pPr>
              <a:defRPr sz="2550" b="1">
                <a:solidFill>
                  <a:srgbClr val="64A7FF"/>
                </a:solidFill>
                <a:latin typeface="Arial"/>
                <a:ea typeface="Arial"/>
                <a:cs typeface="Arial"/>
              </a:defRPr>
            </a:pPr>
            <a:r>
              <a:rPr sz="2550" b="1">
                <a:solidFill>
                  <a:srgbClr val="64A7FF"/>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7A3940F9-63D3-4332-A5CF-3359DED57199}"/>
              </a:ext>
            </a:extLst>
          </p:cNvPr>
          <p:cNvSpPr>
            <a:spLocks xmlns:a="http://schemas.openxmlformats.org/drawingml/2006/main" noGrp="1"/>
          </p:cNvSpPr>
          <p:nvPr/>
        </p:nvSpPr>
        <p:spPr>
          <a:xfrm xmlns:a="http://schemas.openxmlformats.org/drawingml/2006/main">
            <a:off x="1714500" y="280987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4F7FC"/>
                </a:solidFill>
                <a:latin typeface="Arial"/>
                <a:ea typeface="Arial"/>
                <a:cs typeface="Arial"/>
              </a:defRPr>
            </a:defPPr>
            <a:lvl1pPr>
              <a:defRPr sz="2400" b="0">
                <a:solidFill>
                  <a:srgbClr val="F4F7FC"/>
                </a:solidFill>
                <a:latin typeface="Arial"/>
                <a:ea typeface="Arial"/>
                <a:cs typeface="Arial"/>
              </a:defRPr>
            </a:lvl1pPr>
            <a:lvl2pPr>
              <a:defRPr sz="2400" b="0">
                <a:solidFill>
                  <a:srgbClr val="F4F7FC"/>
                </a:solidFill>
                <a:latin typeface="Arial"/>
                <a:ea typeface="Arial"/>
                <a:cs typeface="Arial"/>
              </a:defRPr>
            </a:lvl2pPr>
            <a:lvl3pPr>
              <a:defRPr sz="2400" b="0">
                <a:solidFill>
                  <a:srgbClr val="F4F7FC"/>
                </a:solidFill>
                <a:latin typeface="Arial"/>
                <a:ea typeface="Arial"/>
                <a:cs typeface="Arial"/>
              </a:defRPr>
            </a:lvl3pPr>
            <a:lvl4pPr>
              <a:defRPr sz="2400" b="0">
                <a:solidFill>
                  <a:srgbClr val="F4F7FC"/>
                </a:solidFill>
                <a:latin typeface="Arial"/>
                <a:ea typeface="Arial"/>
                <a:cs typeface="Arial"/>
              </a:defRPr>
            </a:lvl4pPr>
            <a:lvl5pPr>
              <a:defRPr sz="2400" b="0">
                <a:solidFill>
                  <a:srgbClr val="F4F7FC"/>
                </a:solidFill>
                <a:latin typeface="Arial"/>
                <a:ea typeface="Arial"/>
                <a:cs typeface="Arial"/>
              </a:defRPr>
            </a:lvl5pPr>
            <a:lvl6pPr>
              <a:defRPr sz="2400" b="0">
                <a:solidFill>
                  <a:srgbClr val="F4F7FC"/>
                </a:solidFill>
                <a:latin typeface="Arial"/>
                <a:ea typeface="Arial"/>
                <a:cs typeface="Arial"/>
              </a:defRPr>
            </a:lvl6pPr>
            <a:lvl7pPr>
              <a:defRPr sz="2400" b="0">
                <a:solidFill>
                  <a:srgbClr val="F4F7FC"/>
                </a:solidFill>
                <a:latin typeface="Arial"/>
                <a:ea typeface="Arial"/>
                <a:cs typeface="Arial"/>
              </a:defRPr>
            </a:lvl7pPr>
            <a:lvl8pPr>
              <a:defRPr sz="2400" b="0">
                <a:solidFill>
                  <a:srgbClr val="F4F7FC"/>
                </a:solidFill>
                <a:latin typeface="Arial"/>
                <a:ea typeface="Arial"/>
                <a:cs typeface="Arial"/>
              </a:defRPr>
            </a:lvl8pPr>
            <a:lvl9pPr>
              <a:defRPr sz="2400" b="0">
                <a:solidFill>
                  <a:srgbClr val="F4F7FC"/>
                </a:solidFill>
                <a:latin typeface="Arial"/>
                <a:ea typeface="Arial"/>
                <a:cs typeface="Arial"/>
              </a:defRPr>
            </a:lvl9pPr>
          </a:lstStyle>
          <a:p xmlns:a="http://schemas.openxmlformats.org/drawingml/2006/main">
            <a:pPr>
              <a:defRPr sz="2400" b="0">
                <a:solidFill>
                  <a:srgbClr val="F4F7FC"/>
                </a:solidFill>
                <a:latin typeface="Arial"/>
                <a:ea typeface="Arial"/>
                <a:cs typeface="Arial"/>
              </a:defRPr>
            </a:pPr>
            <a:r>
              <a:rPr sz="2400" b="0">
                <a:solidFill>
                  <a:srgbClr val="F4F7FC"/>
                </a:solidFill>
                <a:latin typeface="Arial"/>
                <a:ea typeface="Arial"/>
                <a:cs typeface="Arial"/>
              </a:rPr>
              <a:t>Service distribui conexões sem conhecer ocupação</a:t>
            </a:r>
          </a:p>
        </p:txBody>
      </p:sp>
      <p:sp>
        <p:nvSpPr>
          <p:cNvPr id="7" name="">
            <a:extLst xmlns:a="http://schemas.openxmlformats.org/drawingml/2006/main">
              <a:ext uri="{FF2B5EF4-FFF2-40B4-BE49-F238E27FC236}">
                <a16:creationId xmlns:a16="http://schemas.microsoft.com/office/drawing/2014/main" id="{64872884-85DC-478D-A2A0-5F0F1AED720C}"/>
              </a:ext>
            </a:extLst>
          </p:cNvPr>
          <p:cNvSpPr>
            <a:spLocks xmlns:a="http://schemas.openxmlformats.org/drawingml/2006/main" noGrp="1"/>
          </p:cNvSpPr>
          <p:nvPr/>
        </p:nvSpPr>
        <p:spPr>
          <a:xfrm xmlns:a="http://schemas.openxmlformats.org/drawingml/2006/main">
            <a:off x="685800" y="3714750"/>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4A7FF"/>
                </a:solidFill>
                <a:latin typeface="Arial"/>
                <a:ea typeface="Arial"/>
                <a:cs typeface="Arial"/>
              </a:defRPr>
            </a:defPPr>
            <a:lvl1pPr>
              <a:defRPr sz="2550" b="1">
                <a:solidFill>
                  <a:srgbClr val="64A7FF"/>
                </a:solidFill>
                <a:latin typeface="Arial"/>
                <a:ea typeface="Arial"/>
                <a:cs typeface="Arial"/>
              </a:defRPr>
            </a:lvl1pPr>
            <a:lvl2pPr>
              <a:defRPr sz="2550" b="1">
                <a:solidFill>
                  <a:srgbClr val="64A7FF"/>
                </a:solidFill>
                <a:latin typeface="Arial"/>
                <a:ea typeface="Arial"/>
                <a:cs typeface="Arial"/>
              </a:defRPr>
            </a:lvl2pPr>
            <a:lvl3pPr>
              <a:defRPr sz="2550" b="1">
                <a:solidFill>
                  <a:srgbClr val="64A7FF"/>
                </a:solidFill>
                <a:latin typeface="Arial"/>
                <a:ea typeface="Arial"/>
                <a:cs typeface="Arial"/>
              </a:defRPr>
            </a:lvl3pPr>
            <a:lvl4pPr>
              <a:defRPr sz="2550" b="1">
                <a:solidFill>
                  <a:srgbClr val="64A7FF"/>
                </a:solidFill>
                <a:latin typeface="Arial"/>
                <a:ea typeface="Arial"/>
                <a:cs typeface="Arial"/>
              </a:defRPr>
            </a:lvl4pPr>
            <a:lvl5pPr>
              <a:defRPr sz="2550" b="1">
                <a:solidFill>
                  <a:srgbClr val="64A7FF"/>
                </a:solidFill>
                <a:latin typeface="Arial"/>
                <a:ea typeface="Arial"/>
                <a:cs typeface="Arial"/>
              </a:defRPr>
            </a:lvl5pPr>
            <a:lvl6pPr>
              <a:defRPr sz="2550" b="1">
                <a:solidFill>
                  <a:srgbClr val="64A7FF"/>
                </a:solidFill>
                <a:latin typeface="Arial"/>
                <a:ea typeface="Arial"/>
                <a:cs typeface="Arial"/>
              </a:defRPr>
            </a:lvl6pPr>
            <a:lvl7pPr>
              <a:defRPr sz="2550" b="1">
                <a:solidFill>
                  <a:srgbClr val="64A7FF"/>
                </a:solidFill>
                <a:latin typeface="Arial"/>
                <a:ea typeface="Arial"/>
                <a:cs typeface="Arial"/>
              </a:defRPr>
            </a:lvl7pPr>
            <a:lvl8pPr>
              <a:defRPr sz="2550" b="1">
                <a:solidFill>
                  <a:srgbClr val="64A7FF"/>
                </a:solidFill>
                <a:latin typeface="Arial"/>
                <a:ea typeface="Arial"/>
                <a:cs typeface="Arial"/>
              </a:defRPr>
            </a:lvl8pPr>
            <a:lvl9pPr>
              <a:defRPr sz="2550" b="1">
                <a:solidFill>
                  <a:srgbClr val="64A7FF"/>
                </a:solidFill>
                <a:latin typeface="Arial"/>
                <a:ea typeface="Arial"/>
                <a:cs typeface="Arial"/>
              </a:defRPr>
            </a:lvl9pPr>
          </a:lstStyle>
          <a:p xmlns:a="http://schemas.openxmlformats.org/drawingml/2006/main">
            <a:pPr>
              <a:defRPr sz="2550" b="1">
                <a:solidFill>
                  <a:srgbClr val="64A7FF"/>
                </a:solidFill>
                <a:latin typeface="Arial"/>
                <a:ea typeface="Arial"/>
                <a:cs typeface="Arial"/>
              </a:defRPr>
            </a:pPr>
            <a:r>
              <a:rPr sz="2550" b="1">
                <a:solidFill>
                  <a:srgbClr val="64A7FF"/>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FFCA993F-30BF-42BA-8601-E4E07321BEC4}"/>
              </a:ext>
            </a:extLst>
          </p:cNvPr>
          <p:cNvSpPr>
            <a:spLocks xmlns:a="http://schemas.openxmlformats.org/drawingml/2006/main" noGrp="1"/>
          </p:cNvSpPr>
          <p:nvPr/>
        </p:nvSpPr>
        <p:spPr>
          <a:xfrm xmlns:a="http://schemas.openxmlformats.org/drawingml/2006/main">
            <a:off x="1714500" y="371475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4F7FC"/>
                </a:solidFill>
                <a:latin typeface="Arial"/>
                <a:ea typeface="Arial"/>
                <a:cs typeface="Arial"/>
              </a:defRPr>
            </a:defPPr>
            <a:lvl1pPr>
              <a:defRPr sz="2400" b="0">
                <a:solidFill>
                  <a:srgbClr val="F4F7FC"/>
                </a:solidFill>
                <a:latin typeface="Arial"/>
                <a:ea typeface="Arial"/>
                <a:cs typeface="Arial"/>
              </a:defRPr>
            </a:lvl1pPr>
            <a:lvl2pPr>
              <a:defRPr sz="2400" b="0">
                <a:solidFill>
                  <a:srgbClr val="F4F7FC"/>
                </a:solidFill>
                <a:latin typeface="Arial"/>
                <a:ea typeface="Arial"/>
                <a:cs typeface="Arial"/>
              </a:defRPr>
            </a:lvl2pPr>
            <a:lvl3pPr>
              <a:defRPr sz="2400" b="0">
                <a:solidFill>
                  <a:srgbClr val="F4F7FC"/>
                </a:solidFill>
                <a:latin typeface="Arial"/>
                <a:ea typeface="Arial"/>
                <a:cs typeface="Arial"/>
              </a:defRPr>
            </a:lvl3pPr>
            <a:lvl4pPr>
              <a:defRPr sz="2400" b="0">
                <a:solidFill>
                  <a:srgbClr val="F4F7FC"/>
                </a:solidFill>
                <a:latin typeface="Arial"/>
                <a:ea typeface="Arial"/>
                <a:cs typeface="Arial"/>
              </a:defRPr>
            </a:lvl4pPr>
            <a:lvl5pPr>
              <a:defRPr sz="2400" b="0">
                <a:solidFill>
                  <a:srgbClr val="F4F7FC"/>
                </a:solidFill>
                <a:latin typeface="Arial"/>
                <a:ea typeface="Arial"/>
                <a:cs typeface="Arial"/>
              </a:defRPr>
            </a:lvl5pPr>
            <a:lvl6pPr>
              <a:defRPr sz="2400" b="0">
                <a:solidFill>
                  <a:srgbClr val="F4F7FC"/>
                </a:solidFill>
                <a:latin typeface="Arial"/>
                <a:ea typeface="Arial"/>
                <a:cs typeface="Arial"/>
              </a:defRPr>
            </a:lvl6pPr>
            <a:lvl7pPr>
              <a:defRPr sz="2400" b="0">
                <a:solidFill>
                  <a:srgbClr val="F4F7FC"/>
                </a:solidFill>
                <a:latin typeface="Arial"/>
                <a:ea typeface="Arial"/>
                <a:cs typeface="Arial"/>
              </a:defRPr>
            </a:lvl7pPr>
            <a:lvl8pPr>
              <a:defRPr sz="2400" b="0">
                <a:solidFill>
                  <a:srgbClr val="F4F7FC"/>
                </a:solidFill>
                <a:latin typeface="Arial"/>
                <a:ea typeface="Arial"/>
                <a:cs typeface="Arial"/>
              </a:defRPr>
            </a:lvl8pPr>
            <a:lvl9pPr>
              <a:defRPr sz="2400" b="0">
                <a:solidFill>
                  <a:srgbClr val="F4F7FC"/>
                </a:solidFill>
                <a:latin typeface="Arial"/>
                <a:ea typeface="Arial"/>
                <a:cs typeface="Arial"/>
              </a:defRPr>
            </a:lvl9pPr>
          </a:lstStyle>
          <a:p xmlns:a="http://schemas.openxmlformats.org/drawingml/2006/main">
            <a:pPr>
              <a:defRPr sz="2400" b="0">
                <a:solidFill>
                  <a:srgbClr val="F4F7FC"/>
                </a:solidFill>
                <a:latin typeface="Arial"/>
                <a:ea typeface="Arial"/>
                <a:cs typeface="Arial"/>
              </a:defRPr>
            </a:pPr>
            <a:r>
              <a:rPr sz="2400" b="0">
                <a:solidFill>
                  <a:srgbClr val="F4F7FC"/>
                </a:solidFill>
                <a:latin typeface="Arial"/>
                <a:ea typeface="Arial"/>
                <a:cs typeface="Arial"/>
              </a:rPr>
              <a:t>Aplicação, k6 e control plane compartilham o nó</a:t>
            </a:r>
          </a:p>
        </p:txBody>
      </p:sp>
      <p:sp>
        <p:nvSpPr>
          <p:cNvPr id="9" name="">
            <a:extLst xmlns:a="http://schemas.openxmlformats.org/drawingml/2006/main">
              <a:ext uri="{FF2B5EF4-FFF2-40B4-BE49-F238E27FC236}">
                <a16:creationId xmlns:a16="http://schemas.microsoft.com/office/drawing/2014/main" id="{DAD18A1B-BCCD-4F6E-ACB6-2C602BF3F333}"/>
              </a:ext>
            </a:extLst>
          </p:cNvPr>
          <p:cNvSpPr>
            <a:spLocks xmlns:a="http://schemas.openxmlformats.org/drawingml/2006/main" noGrp="1"/>
          </p:cNvSpPr>
          <p:nvPr/>
        </p:nvSpPr>
        <p:spPr>
          <a:xfrm xmlns:a="http://schemas.openxmlformats.org/drawingml/2006/main">
            <a:off x="685800" y="4619625"/>
            <a:ext cx="76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64A7FF"/>
                </a:solidFill>
                <a:latin typeface="Arial"/>
                <a:ea typeface="Arial"/>
                <a:cs typeface="Arial"/>
              </a:defRPr>
            </a:defPPr>
            <a:lvl1pPr>
              <a:defRPr sz="2550" b="1">
                <a:solidFill>
                  <a:srgbClr val="64A7FF"/>
                </a:solidFill>
                <a:latin typeface="Arial"/>
                <a:ea typeface="Arial"/>
                <a:cs typeface="Arial"/>
              </a:defRPr>
            </a:lvl1pPr>
            <a:lvl2pPr>
              <a:defRPr sz="2550" b="1">
                <a:solidFill>
                  <a:srgbClr val="64A7FF"/>
                </a:solidFill>
                <a:latin typeface="Arial"/>
                <a:ea typeface="Arial"/>
                <a:cs typeface="Arial"/>
              </a:defRPr>
            </a:lvl2pPr>
            <a:lvl3pPr>
              <a:defRPr sz="2550" b="1">
                <a:solidFill>
                  <a:srgbClr val="64A7FF"/>
                </a:solidFill>
                <a:latin typeface="Arial"/>
                <a:ea typeface="Arial"/>
                <a:cs typeface="Arial"/>
              </a:defRPr>
            </a:lvl3pPr>
            <a:lvl4pPr>
              <a:defRPr sz="2550" b="1">
                <a:solidFill>
                  <a:srgbClr val="64A7FF"/>
                </a:solidFill>
                <a:latin typeface="Arial"/>
                <a:ea typeface="Arial"/>
                <a:cs typeface="Arial"/>
              </a:defRPr>
            </a:lvl4pPr>
            <a:lvl5pPr>
              <a:defRPr sz="2550" b="1">
                <a:solidFill>
                  <a:srgbClr val="64A7FF"/>
                </a:solidFill>
                <a:latin typeface="Arial"/>
                <a:ea typeface="Arial"/>
                <a:cs typeface="Arial"/>
              </a:defRPr>
            </a:lvl5pPr>
            <a:lvl6pPr>
              <a:defRPr sz="2550" b="1">
                <a:solidFill>
                  <a:srgbClr val="64A7FF"/>
                </a:solidFill>
                <a:latin typeface="Arial"/>
                <a:ea typeface="Arial"/>
                <a:cs typeface="Arial"/>
              </a:defRPr>
            </a:lvl6pPr>
            <a:lvl7pPr>
              <a:defRPr sz="2550" b="1">
                <a:solidFill>
                  <a:srgbClr val="64A7FF"/>
                </a:solidFill>
                <a:latin typeface="Arial"/>
                <a:ea typeface="Arial"/>
                <a:cs typeface="Arial"/>
              </a:defRPr>
            </a:lvl7pPr>
            <a:lvl8pPr>
              <a:defRPr sz="2550" b="1">
                <a:solidFill>
                  <a:srgbClr val="64A7FF"/>
                </a:solidFill>
                <a:latin typeface="Arial"/>
                <a:ea typeface="Arial"/>
                <a:cs typeface="Arial"/>
              </a:defRPr>
            </a:lvl8pPr>
            <a:lvl9pPr>
              <a:defRPr sz="2550" b="1">
                <a:solidFill>
                  <a:srgbClr val="64A7FF"/>
                </a:solidFill>
                <a:latin typeface="Arial"/>
                <a:ea typeface="Arial"/>
                <a:cs typeface="Arial"/>
              </a:defRPr>
            </a:lvl9pPr>
          </a:lstStyle>
          <a:p xmlns:a="http://schemas.openxmlformats.org/drawingml/2006/main">
            <a:pPr>
              <a:defRPr sz="2550" b="1">
                <a:solidFill>
                  <a:srgbClr val="64A7FF"/>
                </a:solidFill>
                <a:latin typeface="Arial"/>
                <a:ea typeface="Arial"/>
                <a:cs typeface="Arial"/>
              </a:defRPr>
            </a:pPr>
            <a:r>
              <a:rPr sz="2550" b="1">
                <a:solidFill>
                  <a:srgbClr val="64A7FF"/>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26297664-75C6-47A6-AA23-1D310122EFD1}"/>
              </a:ext>
            </a:extLst>
          </p:cNvPr>
          <p:cNvSpPr>
            <a:spLocks xmlns:a="http://schemas.openxmlformats.org/drawingml/2006/main" noGrp="1"/>
          </p:cNvSpPr>
          <p:nvPr/>
        </p:nvSpPr>
        <p:spPr>
          <a:xfrm xmlns:a="http://schemas.openxmlformats.org/drawingml/2006/main">
            <a:off x="1714500" y="4619625"/>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F4F7FC"/>
                </a:solidFill>
                <a:latin typeface="Arial"/>
                <a:ea typeface="Arial"/>
                <a:cs typeface="Arial"/>
              </a:defRPr>
            </a:defPPr>
            <a:lvl1pPr>
              <a:defRPr sz="2400" b="0">
                <a:solidFill>
                  <a:srgbClr val="F4F7FC"/>
                </a:solidFill>
                <a:latin typeface="Arial"/>
                <a:ea typeface="Arial"/>
                <a:cs typeface="Arial"/>
              </a:defRPr>
            </a:lvl1pPr>
            <a:lvl2pPr>
              <a:defRPr sz="2400" b="0">
                <a:solidFill>
                  <a:srgbClr val="F4F7FC"/>
                </a:solidFill>
                <a:latin typeface="Arial"/>
                <a:ea typeface="Arial"/>
                <a:cs typeface="Arial"/>
              </a:defRPr>
            </a:lvl2pPr>
            <a:lvl3pPr>
              <a:defRPr sz="2400" b="0">
                <a:solidFill>
                  <a:srgbClr val="F4F7FC"/>
                </a:solidFill>
                <a:latin typeface="Arial"/>
                <a:ea typeface="Arial"/>
                <a:cs typeface="Arial"/>
              </a:defRPr>
            </a:lvl3pPr>
            <a:lvl4pPr>
              <a:defRPr sz="2400" b="0">
                <a:solidFill>
                  <a:srgbClr val="F4F7FC"/>
                </a:solidFill>
                <a:latin typeface="Arial"/>
                <a:ea typeface="Arial"/>
                <a:cs typeface="Arial"/>
              </a:defRPr>
            </a:lvl4pPr>
            <a:lvl5pPr>
              <a:defRPr sz="2400" b="0">
                <a:solidFill>
                  <a:srgbClr val="F4F7FC"/>
                </a:solidFill>
                <a:latin typeface="Arial"/>
                <a:ea typeface="Arial"/>
                <a:cs typeface="Arial"/>
              </a:defRPr>
            </a:lvl5pPr>
            <a:lvl6pPr>
              <a:defRPr sz="2400" b="0">
                <a:solidFill>
                  <a:srgbClr val="F4F7FC"/>
                </a:solidFill>
                <a:latin typeface="Arial"/>
                <a:ea typeface="Arial"/>
                <a:cs typeface="Arial"/>
              </a:defRPr>
            </a:lvl6pPr>
            <a:lvl7pPr>
              <a:defRPr sz="2400" b="0">
                <a:solidFill>
                  <a:srgbClr val="F4F7FC"/>
                </a:solidFill>
                <a:latin typeface="Arial"/>
                <a:ea typeface="Arial"/>
                <a:cs typeface="Arial"/>
              </a:defRPr>
            </a:lvl7pPr>
            <a:lvl8pPr>
              <a:defRPr sz="2400" b="0">
                <a:solidFill>
                  <a:srgbClr val="F4F7FC"/>
                </a:solidFill>
                <a:latin typeface="Arial"/>
                <a:ea typeface="Arial"/>
                <a:cs typeface="Arial"/>
              </a:defRPr>
            </a:lvl8pPr>
            <a:lvl9pPr>
              <a:defRPr sz="2400" b="0">
                <a:solidFill>
                  <a:srgbClr val="F4F7FC"/>
                </a:solidFill>
                <a:latin typeface="Arial"/>
                <a:ea typeface="Arial"/>
                <a:cs typeface="Arial"/>
              </a:defRPr>
            </a:lvl9pPr>
          </a:lstStyle>
          <a:p xmlns:a="http://schemas.openxmlformats.org/drawingml/2006/main">
            <a:pPr>
              <a:defRPr sz="2400" b="0">
                <a:solidFill>
                  <a:srgbClr val="F4F7FC"/>
                </a:solidFill>
                <a:latin typeface="Arial"/>
                <a:ea typeface="Arial"/>
                <a:cs typeface="Arial"/>
              </a:defRPr>
            </a:pPr>
            <a:r>
              <a:rPr sz="2400" b="0">
                <a:solidFill>
                  <a:srgbClr val="F4F7FC"/>
                </a:solidFill>
                <a:latin typeface="Arial"/>
                <a:ea typeface="Arial"/>
                <a:cs typeface="Arial"/>
              </a:rPr>
              <a:t>Quota Docker difere da capacidade anunciada</a:t>
            </a:r>
          </a:p>
        </p:txBody>
      </p:sp>
    </p:spTree>
    <p:extLst>
      <p:ext uri="{BB962C8B-B14F-4D97-AF65-F5344CB8AC3E}">
        <p14:creationId xmlns:p14="http://schemas.microsoft.com/office/powerpoint/2010/main" val="1072105955"/>
      </p:ext>
    </p:extLst>
  </p:cSld>
</p:sld>
</file>

<file path=ppt/slides/slide15.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D0E0ADF-6643-45BE-91DA-97FCAEBFF3DF}"/>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Conclusão e decisão operacional</a:t>
            </a:r>
          </a:p>
        </p:txBody>
      </p:sp>
      <p:sp>
        <p:nvSpPr>
          <p:cNvPr id="2" name="">
            <a:extLst xmlns:a="http://schemas.openxmlformats.org/drawingml/2006/main">
              <a:ext uri="{FF2B5EF4-FFF2-40B4-BE49-F238E27FC236}">
                <a16:creationId xmlns:a16="http://schemas.microsoft.com/office/drawing/2014/main" id="{ADC09B7F-0F33-40E3-BF32-9DB725FE9787}"/>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CB828031-3868-43D0-9E7C-74545914FBED}"/>
              </a:ext>
            </a:extLst>
          </p:cNvPr>
          <p:cNvSpPr>
            <a:spLocks xmlns:a="http://schemas.openxmlformats.org/drawingml/2006/main" noGrp="1"/>
          </p:cNvSpPr>
          <p:nvPr/>
        </p:nvSpPr>
        <p:spPr>
          <a:xfrm xmlns:a="http://schemas.openxmlformats.org/drawingml/2006/main">
            <a:off x="685800" y="2095500"/>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125" b="1">
                <a:solidFill>
                  <a:srgbClr val="5CE1B0"/>
                </a:solidFill>
                <a:latin typeface="Arial"/>
                <a:ea typeface="Arial"/>
                <a:cs typeface="Arial"/>
              </a:defRPr>
            </a:defPPr>
            <a:lvl1pPr>
              <a:defRPr sz="4125" b="1">
                <a:solidFill>
                  <a:srgbClr val="5CE1B0"/>
                </a:solidFill>
                <a:latin typeface="Arial"/>
                <a:ea typeface="Arial"/>
                <a:cs typeface="Arial"/>
              </a:defRPr>
            </a:lvl1pPr>
            <a:lvl2pPr>
              <a:defRPr sz="4125" b="1">
                <a:solidFill>
                  <a:srgbClr val="5CE1B0"/>
                </a:solidFill>
                <a:latin typeface="Arial"/>
                <a:ea typeface="Arial"/>
                <a:cs typeface="Arial"/>
              </a:defRPr>
            </a:lvl2pPr>
            <a:lvl3pPr>
              <a:defRPr sz="4125" b="1">
                <a:solidFill>
                  <a:srgbClr val="5CE1B0"/>
                </a:solidFill>
                <a:latin typeface="Arial"/>
                <a:ea typeface="Arial"/>
                <a:cs typeface="Arial"/>
              </a:defRPr>
            </a:lvl3pPr>
            <a:lvl4pPr>
              <a:defRPr sz="4125" b="1">
                <a:solidFill>
                  <a:srgbClr val="5CE1B0"/>
                </a:solidFill>
                <a:latin typeface="Arial"/>
                <a:ea typeface="Arial"/>
                <a:cs typeface="Arial"/>
              </a:defRPr>
            </a:lvl4pPr>
            <a:lvl5pPr>
              <a:defRPr sz="4125" b="1">
                <a:solidFill>
                  <a:srgbClr val="5CE1B0"/>
                </a:solidFill>
                <a:latin typeface="Arial"/>
                <a:ea typeface="Arial"/>
                <a:cs typeface="Arial"/>
              </a:defRPr>
            </a:lvl5pPr>
            <a:lvl6pPr>
              <a:defRPr sz="4125" b="1">
                <a:solidFill>
                  <a:srgbClr val="5CE1B0"/>
                </a:solidFill>
                <a:latin typeface="Arial"/>
                <a:ea typeface="Arial"/>
                <a:cs typeface="Arial"/>
              </a:defRPr>
            </a:lvl6pPr>
            <a:lvl7pPr>
              <a:defRPr sz="4125" b="1">
                <a:solidFill>
                  <a:srgbClr val="5CE1B0"/>
                </a:solidFill>
                <a:latin typeface="Arial"/>
                <a:ea typeface="Arial"/>
                <a:cs typeface="Arial"/>
              </a:defRPr>
            </a:lvl7pPr>
            <a:lvl8pPr>
              <a:defRPr sz="4125" b="1">
                <a:solidFill>
                  <a:srgbClr val="5CE1B0"/>
                </a:solidFill>
                <a:latin typeface="Arial"/>
                <a:ea typeface="Arial"/>
                <a:cs typeface="Arial"/>
              </a:defRPr>
            </a:lvl8pPr>
            <a:lvl9pPr>
              <a:defRPr sz="4125" b="1">
                <a:solidFill>
                  <a:srgbClr val="5CE1B0"/>
                </a:solidFill>
                <a:latin typeface="Arial"/>
                <a:ea typeface="Arial"/>
                <a:cs typeface="Arial"/>
              </a:defRPr>
            </a:lvl9pPr>
          </a:lstStyle>
          <a:p xmlns:a="http://schemas.openxmlformats.org/drawingml/2006/main">
            <a:pPr>
              <a:defRPr sz="4125" b="1">
                <a:solidFill>
                  <a:srgbClr val="5CE1B0"/>
                </a:solidFill>
                <a:latin typeface="Arial"/>
                <a:ea typeface="Arial"/>
                <a:cs typeface="Arial"/>
              </a:defRPr>
            </a:pPr>
            <a:r>
              <a:rPr sz="4125" b="1">
                <a:solidFill>
                  <a:srgbClr val="5CE1B0"/>
                </a:solidFill>
                <a:latin typeface="Arial"/>
                <a:ea typeface="Arial"/>
                <a:cs typeface="Arial"/>
              </a:rPr>
              <a:t>Nenhuma configuração cumpre todas as metas</a:t>
            </a:r>
          </a:p>
        </p:txBody>
      </p:sp>
      <p:sp>
        <p:nvSpPr>
          <p:cNvPr id="4" name="">
            <a:extLst xmlns:a="http://schemas.openxmlformats.org/drawingml/2006/main">
              <a:ext uri="{FF2B5EF4-FFF2-40B4-BE49-F238E27FC236}">
                <a16:creationId xmlns:a16="http://schemas.microsoft.com/office/drawing/2014/main" id="{73A51B15-9FA5-4B5D-94C5-CEB296DC9AC6}"/>
              </a:ext>
            </a:extLst>
          </p:cNvPr>
          <p:cNvSpPr>
            <a:spLocks xmlns:a="http://schemas.openxmlformats.org/drawingml/2006/main" noGrp="1"/>
          </p:cNvSpPr>
          <p:nvPr/>
        </p:nvSpPr>
        <p:spPr>
          <a:xfrm xmlns:a="http://schemas.openxmlformats.org/drawingml/2006/main">
            <a:off x="685800" y="4286250"/>
            <a:ext cx="10096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B7C7DC"/>
                </a:solidFill>
                <a:latin typeface="Arial"/>
                <a:ea typeface="Arial"/>
                <a:cs typeface="Arial"/>
              </a:defRPr>
            </a:defPPr>
            <a:lvl1pPr>
              <a:defRPr sz="2250" b="0">
                <a:solidFill>
                  <a:srgbClr val="B7C7DC"/>
                </a:solidFill>
                <a:latin typeface="Arial"/>
                <a:ea typeface="Arial"/>
                <a:cs typeface="Arial"/>
              </a:defRPr>
            </a:lvl1pPr>
            <a:lvl2pPr>
              <a:defRPr sz="2250" b="0">
                <a:solidFill>
                  <a:srgbClr val="B7C7DC"/>
                </a:solidFill>
                <a:latin typeface="Arial"/>
                <a:ea typeface="Arial"/>
                <a:cs typeface="Arial"/>
              </a:defRPr>
            </a:lvl2pPr>
            <a:lvl3pPr>
              <a:defRPr sz="2250" b="0">
                <a:solidFill>
                  <a:srgbClr val="B7C7DC"/>
                </a:solidFill>
                <a:latin typeface="Arial"/>
                <a:ea typeface="Arial"/>
                <a:cs typeface="Arial"/>
              </a:defRPr>
            </a:lvl3pPr>
            <a:lvl4pPr>
              <a:defRPr sz="2250" b="0">
                <a:solidFill>
                  <a:srgbClr val="B7C7DC"/>
                </a:solidFill>
                <a:latin typeface="Arial"/>
                <a:ea typeface="Arial"/>
                <a:cs typeface="Arial"/>
              </a:defRPr>
            </a:lvl4pPr>
            <a:lvl5pPr>
              <a:defRPr sz="2250" b="0">
                <a:solidFill>
                  <a:srgbClr val="B7C7DC"/>
                </a:solidFill>
                <a:latin typeface="Arial"/>
                <a:ea typeface="Arial"/>
                <a:cs typeface="Arial"/>
              </a:defRPr>
            </a:lvl5pPr>
            <a:lvl6pPr>
              <a:defRPr sz="2250" b="0">
                <a:solidFill>
                  <a:srgbClr val="B7C7DC"/>
                </a:solidFill>
                <a:latin typeface="Arial"/>
                <a:ea typeface="Arial"/>
                <a:cs typeface="Arial"/>
              </a:defRPr>
            </a:lvl6pPr>
            <a:lvl7pPr>
              <a:defRPr sz="2250" b="0">
                <a:solidFill>
                  <a:srgbClr val="B7C7DC"/>
                </a:solidFill>
                <a:latin typeface="Arial"/>
                <a:ea typeface="Arial"/>
                <a:cs typeface="Arial"/>
              </a:defRPr>
            </a:lvl7pPr>
            <a:lvl8pPr>
              <a:defRPr sz="2250" b="0">
                <a:solidFill>
                  <a:srgbClr val="B7C7DC"/>
                </a:solidFill>
                <a:latin typeface="Arial"/>
                <a:ea typeface="Arial"/>
                <a:cs typeface="Arial"/>
              </a:defRPr>
            </a:lvl8pPr>
            <a:lvl9pPr>
              <a:defRPr sz="2250" b="0">
                <a:solidFill>
                  <a:srgbClr val="B7C7DC"/>
                </a:solidFill>
                <a:latin typeface="Arial"/>
                <a:ea typeface="Arial"/>
                <a:cs typeface="Arial"/>
              </a:defRPr>
            </a:lvl9pPr>
          </a:lstStyle>
          <a:p xmlns:a="http://schemas.openxmlformats.org/drawingml/2006/main">
            <a:pPr>
              <a:defRPr sz="2250" b="0">
                <a:solidFill>
                  <a:srgbClr val="B7C7DC"/>
                </a:solidFill>
                <a:latin typeface="Arial"/>
                <a:ea typeface="Arial"/>
                <a:cs typeface="Arial"/>
              </a:defRPr>
            </a:pPr>
            <a:r>
              <a:rPr sz="2250" b="0">
                <a:solidFill>
                  <a:srgbClr val="B7C7DC"/>
                </a:solidFill>
                <a:latin typeface="Arial"/>
                <a:ea typeface="Arial"/>
                <a:cs typeface="Arial"/>
              </a:rPr>
              <a:t>Custo reservado: 0,5 CPU por Pod. A decisão deve considerar falhas, p95, descartes e limites do nó.</a:t>
            </a:r>
          </a:p>
        </p:txBody>
      </p:sp>
    </p:spTree>
    <p:extLst>
      <p:ext uri="{BB962C8B-B14F-4D97-AF65-F5344CB8AC3E}">
        <p14:creationId xmlns:p14="http://schemas.microsoft.com/office/powerpoint/2010/main" val="256518672"/>
      </p:ext>
    </p:extLst>
  </p:cSld>
</p:sld>
</file>

<file path=ppt/slides/slide16.xml><?xml version="1.0" encoding="utf-8"?>
<p:sld xmlns:p="http://schemas.openxmlformats.org/presentationml/2006/main">
  <p:cSld>
    <p:bg>
      <p:bgPr>
        <a:solidFill xmlns:a="http://schemas.openxmlformats.org/drawingml/2006/main">
          <a:srgbClr val="0B172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AE77402-2593-49A3-A641-6C850F721D41}"/>
              </a:ext>
            </a:extLst>
          </p:cNvPr>
          <p:cNvSpPr>
            <a:spLocks xmlns:a="http://schemas.openxmlformats.org/drawingml/2006/main" noGrp="1"/>
          </p:cNvSpPr>
          <p:nvPr/>
        </p:nvSpPr>
        <p:spPr>
          <a:xfrm xmlns:a="http://schemas.openxmlformats.org/drawingml/2006/main">
            <a:off x="685800" y="5715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450" b="1">
                <a:solidFill>
                  <a:srgbClr val="F4F7FC"/>
                </a:solidFill>
                <a:latin typeface="Arial"/>
                <a:ea typeface="Arial"/>
                <a:cs typeface="Arial"/>
              </a:defRPr>
            </a:defPPr>
            <a:lvl1pPr>
              <a:defRPr sz="3450" b="1">
                <a:solidFill>
                  <a:srgbClr val="F4F7FC"/>
                </a:solidFill>
                <a:latin typeface="Arial"/>
                <a:ea typeface="Arial"/>
                <a:cs typeface="Arial"/>
              </a:defRPr>
            </a:lvl1pPr>
            <a:lvl2pPr>
              <a:defRPr sz="3450" b="1">
                <a:solidFill>
                  <a:srgbClr val="F4F7FC"/>
                </a:solidFill>
                <a:latin typeface="Arial"/>
                <a:ea typeface="Arial"/>
                <a:cs typeface="Arial"/>
              </a:defRPr>
            </a:lvl2pPr>
            <a:lvl3pPr>
              <a:defRPr sz="3450" b="1">
                <a:solidFill>
                  <a:srgbClr val="F4F7FC"/>
                </a:solidFill>
                <a:latin typeface="Arial"/>
                <a:ea typeface="Arial"/>
                <a:cs typeface="Arial"/>
              </a:defRPr>
            </a:lvl3pPr>
            <a:lvl4pPr>
              <a:defRPr sz="3450" b="1">
                <a:solidFill>
                  <a:srgbClr val="F4F7FC"/>
                </a:solidFill>
                <a:latin typeface="Arial"/>
                <a:ea typeface="Arial"/>
                <a:cs typeface="Arial"/>
              </a:defRPr>
            </a:lvl4pPr>
            <a:lvl5pPr>
              <a:defRPr sz="3450" b="1">
                <a:solidFill>
                  <a:srgbClr val="F4F7FC"/>
                </a:solidFill>
                <a:latin typeface="Arial"/>
                <a:ea typeface="Arial"/>
                <a:cs typeface="Arial"/>
              </a:defRPr>
            </a:lvl5pPr>
            <a:lvl6pPr>
              <a:defRPr sz="3450" b="1">
                <a:solidFill>
                  <a:srgbClr val="F4F7FC"/>
                </a:solidFill>
                <a:latin typeface="Arial"/>
                <a:ea typeface="Arial"/>
                <a:cs typeface="Arial"/>
              </a:defRPr>
            </a:lvl6pPr>
            <a:lvl7pPr>
              <a:defRPr sz="3450" b="1">
                <a:solidFill>
                  <a:srgbClr val="F4F7FC"/>
                </a:solidFill>
                <a:latin typeface="Arial"/>
                <a:ea typeface="Arial"/>
                <a:cs typeface="Arial"/>
              </a:defRPr>
            </a:lvl7pPr>
            <a:lvl8pPr>
              <a:defRPr sz="3450" b="1">
                <a:solidFill>
                  <a:srgbClr val="F4F7FC"/>
                </a:solidFill>
                <a:latin typeface="Arial"/>
                <a:ea typeface="Arial"/>
                <a:cs typeface="Arial"/>
              </a:defRPr>
            </a:lvl8pPr>
            <a:lvl9pPr>
              <a:defRPr sz="3450" b="1">
                <a:solidFill>
                  <a:srgbClr val="F4F7FC"/>
                </a:solidFill>
                <a:latin typeface="Arial"/>
                <a:ea typeface="Arial"/>
                <a:cs typeface="Arial"/>
              </a:defRPr>
            </a:lvl9pPr>
          </a:lstStyle>
          <a:p xmlns:a="http://schemas.openxmlformats.org/drawingml/2006/main">
            <a:pPr>
              <a:defRPr sz="3450" b="1">
                <a:solidFill>
                  <a:srgbClr val="F4F7FC"/>
                </a:solidFill>
                <a:latin typeface="Arial"/>
                <a:ea typeface="Arial"/>
                <a:cs typeface="Arial"/>
              </a:defRPr>
            </a:pPr>
            <a:r>
              <a:rPr sz="3450" b="1">
                <a:solidFill>
                  <a:srgbClr val="F4F7FC"/>
                </a:solidFill>
                <a:latin typeface="Arial"/>
                <a:ea typeface="Arial"/>
                <a:cs typeface="Arial"/>
              </a:rPr>
              <a:t>Demonstração do sistema</a:t>
            </a:r>
          </a:p>
        </p:txBody>
      </p:sp>
      <p:sp>
        <p:nvSpPr>
          <p:cNvPr id="2" name="">
            <a:extLst xmlns:a="http://schemas.openxmlformats.org/drawingml/2006/main">
              <a:ext uri="{FF2B5EF4-FFF2-40B4-BE49-F238E27FC236}">
                <a16:creationId xmlns:a16="http://schemas.microsoft.com/office/drawing/2014/main" id="{FCA6C678-F2FF-4A4A-BE62-C2A7C5F0AA2A}"/>
              </a:ext>
            </a:extLst>
          </p:cNvPr>
          <p:cNvSpPr>
            <a:spLocks xmlns:a="http://schemas.openxmlformats.org/drawingml/2006/main" noGrp="1"/>
          </p:cNvSpPr>
          <p:nvPr/>
        </p:nvSpPr>
        <p:spPr>
          <a:xfrm xmlns:a="http://schemas.openxmlformats.org/drawingml/2006/main">
            <a:off x="11049000" y="62103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B7C7DC"/>
                </a:solidFill>
                <a:latin typeface="Arial"/>
                <a:ea typeface="Arial"/>
                <a:cs typeface="Arial"/>
              </a:defRPr>
            </a:defPPr>
            <a:lvl1pPr>
              <a:defRPr sz="1500" b="0">
                <a:solidFill>
                  <a:srgbClr val="B7C7DC"/>
                </a:solidFill>
                <a:latin typeface="Arial"/>
                <a:ea typeface="Arial"/>
                <a:cs typeface="Arial"/>
              </a:defRPr>
            </a:lvl1pPr>
            <a:lvl2pPr>
              <a:defRPr sz="1500" b="0">
                <a:solidFill>
                  <a:srgbClr val="B7C7DC"/>
                </a:solidFill>
                <a:latin typeface="Arial"/>
                <a:ea typeface="Arial"/>
                <a:cs typeface="Arial"/>
              </a:defRPr>
            </a:lvl2pPr>
            <a:lvl3pPr>
              <a:defRPr sz="1500" b="0">
                <a:solidFill>
                  <a:srgbClr val="B7C7DC"/>
                </a:solidFill>
                <a:latin typeface="Arial"/>
                <a:ea typeface="Arial"/>
                <a:cs typeface="Arial"/>
              </a:defRPr>
            </a:lvl3pPr>
            <a:lvl4pPr>
              <a:defRPr sz="1500" b="0">
                <a:solidFill>
                  <a:srgbClr val="B7C7DC"/>
                </a:solidFill>
                <a:latin typeface="Arial"/>
                <a:ea typeface="Arial"/>
                <a:cs typeface="Arial"/>
              </a:defRPr>
            </a:lvl4pPr>
            <a:lvl5pPr>
              <a:defRPr sz="1500" b="0">
                <a:solidFill>
                  <a:srgbClr val="B7C7DC"/>
                </a:solidFill>
                <a:latin typeface="Arial"/>
                <a:ea typeface="Arial"/>
                <a:cs typeface="Arial"/>
              </a:defRPr>
            </a:lvl5pPr>
            <a:lvl6pPr>
              <a:defRPr sz="1500" b="0">
                <a:solidFill>
                  <a:srgbClr val="B7C7DC"/>
                </a:solidFill>
                <a:latin typeface="Arial"/>
                <a:ea typeface="Arial"/>
                <a:cs typeface="Arial"/>
              </a:defRPr>
            </a:lvl6pPr>
            <a:lvl7pPr>
              <a:defRPr sz="1500" b="0">
                <a:solidFill>
                  <a:srgbClr val="B7C7DC"/>
                </a:solidFill>
                <a:latin typeface="Arial"/>
                <a:ea typeface="Arial"/>
                <a:cs typeface="Arial"/>
              </a:defRPr>
            </a:lvl7pPr>
            <a:lvl8pPr>
              <a:defRPr sz="1500" b="0">
                <a:solidFill>
                  <a:srgbClr val="B7C7DC"/>
                </a:solidFill>
                <a:latin typeface="Arial"/>
                <a:ea typeface="Arial"/>
                <a:cs typeface="Arial"/>
              </a:defRPr>
            </a:lvl8pPr>
            <a:lvl9pPr>
              <a:defRPr sz="1500" b="0">
                <a:solidFill>
                  <a:srgbClr val="B7C7DC"/>
                </a:solidFill>
                <a:latin typeface="Arial"/>
                <a:ea typeface="Arial"/>
                <a:cs typeface="Arial"/>
              </a:defRPr>
            </a:lvl9pPr>
          </a:lstStyle>
          <a:p xmlns:a="http://schemas.openxmlformats.org/drawingml/2006/main">
            <a:pPr>
              <a:defRPr sz="1500" b="0">
                <a:solidFill>
                  <a:srgbClr val="B7C7DC"/>
                </a:solidFill>
                <a:latin typeface="Arial"/>
                <a:ea typeface="Arial"/>
                <a:cs typeface="Arial"/>
              </a:defRPr>
            </a:pPr>
            <a:r>
              <a:rPr sz="1500" b="0">
                <a:solidFill>
                  <a:srgbClr val="B7C7DC"/>
                </a:solidFill>
                <a:latin typeface="Arial"/>
                <a:ea typeface="Arial"/>
                <a:cs typeface="Arial"/>
              </a:rPr>
              <a:t>16</a:t>
            </a:r>
          </a:p>
        </p:txBody>
      </p:sp>
      <p:sp>
        <p:nvSpPr>
          <p:cNvPr id="3" name="">
            <a:extLst xmlns:a="http://schemas.openxmlformats.org/drawingml/2006/main">
              <a:ext uri="{FF2B5EF4-FFF2-40B4-BE49-F238E27FC236}">
                <a16:creationId xmlns:a16="http://schemas.microsoft.com/office/drawing/2014/main" id="{FE26AD3D-0901-4089-99DB-1C3A42228654}"/>
              </a:ext>
            </a:extLst>
          </p:cNvPr>
          <p:cNvSpPr>
            <a:spLocks xmlns:a="http://schemas.openxmlformats.org/drawingml/2006/main" noGrp="1"/>
          </p:cNvSpPr>
          <p:nvPr/>
        </p:nvSpPr>
        <p:spPr>
          <a:xfrm xmlns:a="http://schemas.openxmlformats.org/drawingml/2006/main">
            <a:off x="685800" y="1905000"/>
            <a:ext cx="10668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0">
                <a:solidFill>
                  <a:srgbClr val="5CE1B0"/>
                </a:solidFill>
                <a:latin typeface="Arial"/>
                <a:ea typeface="Arial"/>
                <a:cs typeface="Arial"/>
              </a:defRPr>
            </a:defPPr>
            <a:lvl1pPr>
              <a:defRPr sz="2400" b="0">
                <a:solidFill>
                  <a:srgbClr val="5CE1B0"/>
                </a:solidFill>
                <a:latin typeface="Arial"/>
                <a:ea typeface="Arial"/>
                <a:cs typeface="Arial"/>
              </a:defRPr>
            </a:lvl1pPr>
            <a:lvl2pPr>
              <a:defRPr sz="2400" b="0">
                <a:solidFill>
                  <a:srgbClr val="5CE1B0"/>
                </a:solidFill>
                <a:latin typeface="Arial"/>
                <a:ea typeface="Arial"/>
                <a:cs typeface="Arial"/>
              </a:defRPr>
            </a:lvl2pPr>
            <a:lvl3pPr>
              <a:defRPr sz="2400" b="0">
                <a:solidFill>
                  <a:srgbClr val="5CE1B0"/>
                </a:solidFill>
                <a:latin typeface="Arial"/>
                <a:ea typeface="Arial"/>
                <a:cs typeface="Arial"/>
              </a:defRPr>
            </a:lvl3pPr>
            <a:lvl4pPr>
              <a:defRPr sz="2400" b="0">
                <a:solidFill>
                  <a:srgbClr val="5CE1B0"/>
                </a:solidFill>
                <a:latin typeface="Arial"/>
                <a:ea typeface="Arial"/>
                <a:cs typeface="Arial"/>
              </a:defRPr>
            </a:lvl4pPr>
            <a:lvl5pPr>
              <a:defRPr sz="2400" b="0">
                <a:solidFill>
                  <a:srgbClr val="5CE1B0"/>
                </a:solidFill>
                <a:latin typeface="Arial"/>
                <a:ea typeface="Arial"/>
                <a:cs typeface="Arial"/>
              </a:defRPr>
            </a:lvl5pPr>
            <a:lvl6pPr>
              <a:defRPr sz="2400" b="0">
                <a:solidFill>
                  <a:srgbClr val="5CE1B0"/>
                </a:solidFill>
                <a:latin typeface="Arial"/>
                <a:ea typeface="Arial"/>
                <a:cs typeface="Arial"/>
              </a:defRPr>
            </a:lvl6pPr>
            <a:lvl7pPr>
              <a:defRPr sz="2400" b="0">
                <a:solidFill>
                  <a:srgbClr val="5CE1B0"/>
                </a:solidFill>
                <a:latin typeface="Arial"/>
                <a:ea typeface="Arial"/>
                <a:cs typeface="Arial"/>
              </a:defRPr>
            </a:lvl7pPr>
            <a:lvl8pPr>
              <a:defRPr sz="2400" b="0">
                <a:solidFill>
                  <a:srgbClr val="5CE1B0"/>
                </a:solidFill>
                <a:latin typeface="Arial"/>
                <a:ea typeface="Arial"/>
                <a:cs typeface="Arial"/>
              </a:defRPr>
            </a:lvl8pPr>
            <a:lvl9pPr>
              <a:defRPr sz="2400" b="0">
                <a:solidFill>
                  <a:srgbClr val="5CE1B0"/>
                </a:solidFill>
                <a:latin typeface="Arial"/>
                <a:ea typeface="Arial"/>
                <a:cs typeface="Arial"/>
              </a:defRPr>
            </a:lvl9pPr>
          </a:lstStyle>
          <a:p xmlns:a="http://schemas.openxmlformats.org/drawingml/2006/main">
            <a:pPr>
              <a:defRPr sz="2400" b="0">
                <a:solidFill>
                  <a:srgbClr val="5CE1B0"/>
                </a:solidFill>
                <a:latin typeface="Arial"/>
                <a:ea typeface="Arial"/>
                <a:cs typeface="Arial"/>
              </a:defRPr>
            </a:pPr>
            <a:r>
              <a:rPr sz="2400" b="0">
                <a:solidFill>
                  <a:srgbClr val="5CE1B0"/>
                </a:solidFill>
                <a:latin typeface="Arial"/>
                <a:ea typeface="Arial"/>
                <a:cs typeface="Arial"/>
              </a:rPr>
              <a:t>kubectl get deploy,pods,svc</a:t>
            </a:r>
          </a:p>
          <a:p xmlns:a="http://schemas.openxmlformats.org/drawingml/2006/main">
            <a:pPr>
              <a:defRPr sz="2400" b="0">
                <a:solidFill>
                  <a:srgbClr val="5CE1B0"/>
                </a:solidFill>
                <a:latin typeface="Arial"/>
                <a:ea typeface="Arial"/>
                <a:cs typeface="Arial"/>
              </a:defRPr>
            </a:pPr>
            <a:r>
              <a:rPr sz="2400" b="0">
                <a:solidFill>
                  <a:srgbClr val="5CE1B0"/>
                </a:solidFill>
                <a:latin typeface="Arial"/>
                <a:ea typeface="Arial"/>
                <a:cs typeface="Arial"/>
              </a:rPr>
              <a:t>kubectl get endpointslices</a:t>
            </a:r>
          </a:p>
          <a:p xmlns:a="http://schemas.openxmlformats.org/drawingml/2006/main">
            <a:pPr>
              <a:defRPr sz="2400" b="0">
                <a:solidFill>
                  <a:srgbClr val="5CE1B0"/>
                </a:solidFill>
                <a:latin typeface="Arial"/>
                <a:ea typeface="Arial"/>
                <a:cs typeface="Arial"/>
              </a:defRPr>
            </a:pPr>
            <a:r>
              <a:rPr sz="2400" b="0">
                <a:solidFill>
                  <a:srgbClr val="5CE1B0"/>
                </a:solidFill>
                <a:latin typeface="Arial"/>
                <a:ea typeface="Arial"/>
                <a:cs typeface="Arial"/>
              </a:rPr>
              <a:t>kubectl port-forward svc/rotas 8080:8000</a:t>
            </a:r>
          </a:p>
        </p:txBody>
      </p:sp>
      <p:sp>
        <p:nvSpPr>
          <p:cNvPr id="4" name="">
            <a:extLst xmlns:a="http://schemas.openxmlformats.org/drawingml/2006/main">
              <a:ext uri="{FF2B5EF4-FFF2-40B4-BE49-F238E27FC236}">
                <a16:creationId xmlns:a16="http://schemas.microsoft.com/office/drawing/2014/main" id="{F0D9FE3C-CE03-4848-B96F-B35FB4FE4BC7}"/>
              </a:ext>
            </a:extLst>
          </p:cNvPr>
          <p:cNvSpPr>
            <a:spLocks xmlns:a="http://schemas.openxmlformats.org/drawingml/2006/main" noGrp="1"/>
          </p:cNvSpPr>
          <p:nvPr/>
        </p:nvSpPr>
        <p:spPr>
          <a:xfrm xmlns:a="http://schemas.openxmlformats.org/drawingml/2006/main">
            <a:off x="685800" y="5143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B7C7DC"/>
                </a:solidFill>
                <a:latin typeface="Arial"/>
                <a:ea typeface="Arial"/>
                <a:cs typeface="Arial"/>
              </a:defRPr>
            </a:defPPr>
            <a:lvl1pPr>
              <a:defRPr sz="2175" b="0">
                <a:solidFill>
                  <a:srgbClr val="B7C7DC"/>
                </a:solidFill>
                <a:latin typeface="Arial"/>
                <a:ea typeface="Arial"/>
                <a:cs typeface="Arial"/>
              </a:defRPr>
            </a:lvl1pPr>
            <a:lvl2pPr>
              <a:defRPr sz="2175" b="0">
                <a:solidFill>
                  <a:srgbClr val="B7C7DC"/>
                </a:solidFill>
                <a:latin typeface="Arial"/>
                <a:ea typeface="Arial"/>
                <a:cs typeface="Arial"/>
              </a:defRPr>
            </a:lvl2pPr>
            <a:lvl3pPr>
              <a:defRPr sz="2175" b="0">
                <a:solidFill>
                  <a:srgbClr val="B7C7DC"/>
                </a:solidFill>
                <a:latin typeface="Arial"/>
                <a:ea typeface="Arial"/>
                <a:cs typeface="Arial"/>
              </a:defRPr>
            </a:lvl3pPr>
            <a:lvl4pPr>
              <a:defRPr sz="2175" b="0">
                <a:solidFill>
                  <a:srgbClr val="B7C7DC"/>
                </a:solidFill>
                <a:latin typeface="Arial"/>
                <a:ea typeface="Arial"/>
                <a:cs typeface="Arial"/>
              </a:defRPr>
            </a:lvl4pPr>
            <a:lvl5pPr>
              <a:defRPr sz="2175" b="0">
                <a:solidFill>
                  <a:srgbClr val="B7C7DC"/>
                </a:solidFill>
                <a:latin typeface="Arial"/>
                <a:ea typeface="Arial"/>
                <a:cs typeface="Arial"/>
              </a:defRPr>
            </a:lvl5pPr>
            <a:lvl6pPr>
              <a:defRPr sz="2175" b="0">
                <a:solidFill>
                  <a:srgbClr val="B7C7DC"/>
                </a:solidFill>
                <a:latin typeface="Arial"/>
                <a:ea typeface="Arial"/>
                <a:cs typeface="Arial"/>
              </a:defRPr>
            </a:lvl6pPr>
            <a:lvl7pPr>
              <a:defRPr sz="2175" b="0">
                <a:solidFill>
                  <a:srgbClr val="B7C7DC"/>
                </a:solidFill>
                <a:latin typeface="Arial"/>
                <a:ea typeface="Arial"/>
                <a:cs typeface="Arial"/>
              </a:defRPr>
            </a:lvl7pPr>
            <a:lvl8pPr>
              <a:defRPr sz="2175" b="0">
                <a:solidFill>
                  <a:srgbClr val="B7C7DC"/>
                </a:solidFill>
                <a:latin typeface="Arial"/>
                <a:ea typeface="Arial"/>
                <a:cs typeface="Arial"/>
              </a:defRPr>
            </a:lvl8pPr>
            <a:lvl9pPr>
              <a:defRPr sz="2175" b="0">
                <a:solidFill>
                  <a:srgbClr val="B7C7DC"/>
                </a:solidFill>
                <a:latin typeface="Arial"/>
                <a:ea typeface="Arial"/>
                <a:cs typeface="Arial"/>
              </a:defRPr>
            </a:lvl9pPr>
          </a:lstStyle>
          <a:p xmlns:a="http://schemas.openxmlformats.org/drawingml/2006/main">
            <a:pPr>
              <a:defRPr sz="2175" b="0">
                <a:solidFill>
                  <a:srgbClr val="B7C7DC"/>
                </a:solidFill>
                <a:latin typeface="Arial"/>
                <a:ea typeface="Arial"/>
                <a:cs typeface="Arial"/>
              </a:defRPr>
            </a:pPr>
            <a:r>
              <a:rPr sz="2175" b="0">
                <a:solidFill>
                  <a:srgbClr val="B7C7DC"/>
                </a:solidFill>
                <a:latin typeface="Arial"/>
                <a:ea typeface="Arial"/>
                <a:cs typeface="Arial"/>
              </a:rPr>
              <a:t>Interface, cálculo, logs, escala e evidências dos testes</a:t>
            </a:r>
          </a:p>
        </p:txBody>
      </p:sp>
    </p:spTree>
    <p:extLst>
      <p:ext uri="{BB962C8B-B14F-4D97-AF65-F5344CB8AC3E}">
        <p14:creationId xmlns:p14="http://schemas.microsoft.com/office/powerpoint/2010/main" val="5521865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2026-10-22T00:32:59.1990000Z</dcterms:created>
  <dcterms:modified xsi:type="dcterms:W3CDTF">2026-10-22T00:32:59.1990000Z</dcterms:modified>
</coreProperties>
</file>